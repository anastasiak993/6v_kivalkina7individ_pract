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7" r:id="rId7"/>
    <p:sldId id="260" r:id="rId8"/>
    <p:sldId id="261" r:id="rId9"/>
    <p:sldId id="269" r:id="rId10"/>
    <p:sldId id="270" r:id="rId11"/>
    <p:sldId id="271" r:id="rId12"/>
    <p:sldId id="272" r:id="rId13"/>
    <p:sldId id="265" r:id="rId14"/>
  </p:sldIdLst>
  <p:sldSz cx="18288000" cy="10287000"/>
  <p:notesSz cx="6858000" cy="9144000"/>
  <p:embeddedFontLst>
    <p:embeddedFont>
      <p:font typeface="Trocchi" panose="000005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4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 showGuides="1">
      <p:cViewPr varScale="1">
        <p:scale>
          <a:sx n="52" d="100"/>
          <a:sy n="52" d="100"/>
        </p:scale>
        <p:origin x="778" y="58"/>
      </p:cViewPr>
      <p:guideLst>
        <p:guide orient="horz" pos="2144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font" Target="fonts/font1.fntdata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2286000" y="1683545"/>
            <a:ext cx="13716000" cy="3581400"/>
          </a:xfrm>
        </p:spPr>
        <p:txBody>
          <a:bodyPr anchor="b"/>
          <a:lstStyle>
            <a:lvl1pPr algn="ctr">
              <a:defRPr sz="675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2286000" y="5403057"/>
            <a:ext cx="13716000" cy="2483643"/>
          </a:xfrm>
        </p:spPr>
        <p:txBody>
          <a:bodyPr/>
          <a:lstStyle>
            <a:lvl1pPr marL="0" indent="0" algn="ctr">
              <a:buNone/>
              <a:defRPr sz="2700"/>
            </a:lvl1pPr>
            <a:lvl2pPr marL="514350" indent="0" algn="ctr">
              <a:buNone/>
              <a:defRPr sz="2250"/>
            </a:lvl2pPr>
            <a:lvl3pPr marL="1028700" indent="0" algn="ctr">
              <a:buNone/>
              <a:defRPr sz="2025"/>
            </a:lvl3pPr>
            <a:lvl4pPr marL="1543050" indent="0" algn="ctr">
              <a:buNone/>
              <a:defRPr sz="1800"/>
            </a:lvl4pPr>
            <a:lvl5pPr marL="2057400" indent="0" algn="ctr">
              <a:buNone/>
              <a:defRPr sz="1800"/>
            </a:lvl5pPr>
            <a:lvl6pPr marL="2571750" indent="0" algn="ctr">
              <a:buNone/>
              <a:defRPr sz="1800"/>
            </a:lvl6pPr>
            <a:lvl7pPr marL="3086100" indent="0" algn="ctr">
              <a:buNone/>
              <a:defRPr sz="1800"/>
            </a:lvl7pPr>
            <a:lvl8pPr marL="3600450" indent="0" algn="ctr">
              <a:buNone/>
              <a:defRPr sz="1800"/>
            </a:lvl8pPr>
            <a:lvl9pPr marL="4114800" indent="0" algn="ctr">
              <a:buNone/>
              <a:defRPr sz="18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47776" y="2564607"/>
            <a:ext cx="15773400" cy="4279106"/>
          </a:xfrm>
        </p:spPr>
        <p:txBody>
          <a:bodyPr anchor="b"/>
          <a:lstStyle>
            <a:lvl1pPr>
              <a:defRPr sz="675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247776" y="6884195"/>
            <a:ext cx="15773400" cy="2250281"/>
          </a:xfrm>
        </p:spPr>
        <p:txBody>
          <a:bodyPr/>
          <a:lstStyle>
            <a:lvl1pPr marL="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1pPr>
            <a:lvl2pPr marL="514350" indent="0">
              <a:buNone/>
              <a:defRPr sz="2250">
                <a:solidFill>
                  <a:schemeClr val="tx1">
                    <a:tint val="75000"/>
                  </a:schemeClr>
                </a:solidFill>
              </a:defRPr>
            </a:lvl2pPr>
            <a:lvl3pPr marL="1028700" indent="0">
              <a:buNone/>
              <a:defRPr sz="2025">
                <a:solidFill>
                  <a:schemeClr val="tx1">
                    <a:tint val="75000"/>
                  </a:schemeClr>
                </a:solidFill>
              </a:defRPr>
            </a:lvl3pPr>
            <a:lvl4pPr marL="154305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4pPr>
            <a:lvl5pPr marL="2057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5pPr>
            <a:lvl6pPr marL="257175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6pPr>
            <a:lvl7pPr marL="30861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7pPr>
            <a:lvl8pPr marL="360045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8pPr>
            <a:lvl9pPr marL="41148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914400" y="2400300"/>
            <a:ext cx="8065008" cy="6788945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9308592" y="2400300"/>
            <a:ext cx="8065008" cy="6788945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59682" y="547688"/>
            <a:ext cx="15773400" cy="198834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259682" y="2521745"/>
            <a:ext cx="7736680" cy="1235868"/>
          </a:xfrm>
        </p:spPr>
        <p:txBody>
          <a:bodyPr anchor="b"/>
          <a:lstStyle>
            <a:lvl1pPr marL="0" indent="0">
              <a:buNone/>
              <a:defRPr sz="2700" b="1"/>
            </a:lvl1pPr>
            <a:lvl2pPr marL="514350" indent="0">
              <a:buNone/>
              <a:defRPr sz="2250" b="1"/>
            </a:lvl2pPr>
            <a:lvl3pPr marL="1028700" indent="0">
              <a:buNone/>
              <a:defRPr sz="2025" b="1"/>
            </a:lvl3pPr>
            <a:lvl4pPr marL="1543050" indent="0">
              <a:buNone/>
              <a:defRPr sz="1800" b="1"/>
            </a:lvl4pPr>
            <a:lvl5pPr marL="2057400" indent="0">
              <a:buNone/>
              <a:defRPr sz="1800" b="1"/>
            </a:lvl5pPr>
            <a:lvl6pPr marL="2571750" indent="0">
              <a:buNone/>
              <a:defRPr sz="1800" b="1"/>
            </a:lvl6pPr>
            <a:lvl7pPr marL="3086100" indent="0">
              <a:buNone/>
              <a:defRPr sz="1800" b="1"/>
            </a:lvl7pPr>
            <a:lvl8pPr marL="3600450" indent="0">
              <a:buNone/>
              <a:defRPr sz="1800" b="1"/>
            </a:lvl8pPr>
            <a:lvl9pPr marL="4114800" indent="0">
              <a:buNone/>
              <a:defRPr sz="1800" b="1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1259682" y="3757613"/>
            <a:ext cx="7736680" cy="5526882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9258300" y="2521745"/>
            <a:ext cx="7774782" cy="1235868"/>
          </a:xfrm>
        </p:spPr>
        <p:txBody>
          <a:bodyPr anchor="b"/>
          <a:lstStyle>
            <a:lvl1pPr marL="0" indent="0">
              <a:buNone/>
              <a:defRPr sz="2700" b="1"/>
            </a:lvl1pPr>
            <a:lvl2pPr marL="514350" indent="0">
              <a:buNone/>
              <a:defRPr sz="2250" b="1"/>
            </a:lvl2pPr>
            <a:lvl3pPr marL="1028700" indent="0">
              <a:buNone/>
              <a:defRPr sz="2025" b="1"/>
            </a:lvl3pPr>
            <a:lvl4pPr marL="1543050" indent="0">
              <a:buNone/>
              <a:defRPr sz="1800" b="1"/>
            </a:lvl4pPr>
            <a:lvl5pPr marL="2057400" indent="0">
              <a:buNone/>
              <a:defRPr sz="1800" b="1"/>
            </a:lvl5pPr>
            <a:lvl6pPr marL="2571750" indent="0">
              <a:buNone/>
              <a:defRPr sz="1800" b="1"/>
            </a:lvl6pPr>
            <a:lvl7pPr marL="3086100" indent="0">
              <a:buNone/>
              <a:defRPr sz="1800" b="1"/>
            </a:lvl7pPr>
            <a:lvl8pPr marL="3600450" indent="0">
              <a:buNone/>
              <a:defRPr sz="1800" b="1"/>
            </a:lvl8pPr>
            <a:lvl9pPr marL="4114800" indent="0">
              <a:buNone/>
              <a:defRPr sz="1800" b="1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9258300" y="3757613"/>
            <a:ext cx="7774782" cy="5526882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59682" y="685800"/>
            <a:ext cx="5898356" cy="2400300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774782" y="1481138"/>
            <a:ext cx="9258300" cy="7310438"/>
          </a:xfrm>
        </p:spPr>
        <p:txBody>
          <a:bodyPr/>
          <a:lstStyle>
            <a:lvl1pPr>
              <a:defRPr sz="3600"/>
            </a:lvl1pPr>
            <a:lvl2pPr>
              <a:defRPr sz="3150"/>
            </a:lvl2pPr>
            <a:lvl3pPr>
              <a:defRPr sz="2700"/>
            </a:lvl3pPr>
            <a:lvl4pPr>
              <a:defRPr sz="2250"/>
            </a:lvl4pPr>
            <a:lvl5pPr>
              <a:defRPr sz="2250"/>
            </a:lvl5pPr>
            <a:lvl6pPr>
              <a:defRPr sz="2250"/>
            </a:lvl6pPr>
            <a:lvl7pPr>
              <a:defRPr sz="2250"/>
            </a:lvl7pPr>
            <a:lvl8pPr>
              <a:defRPr sz="2250"/>
            </a:lvl8pPr>
            <a:lvl9pPr>
              <a:defRPr sz="2250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259682" y="3086100"/>
            <a:ext cx="5898356" cy="5717382"/>
          </a:xfrm>
        </p:spPr>
        <p:txBody>
          <a:bodyPr/>
          <a:lstStyle>
            <a:lvl1pPr marL="0" indent="0">
              <a:buNone/>
              <a:defRPr sz="1800"/>
            </a:lvl1pPr>
            <a:lvl2pPr marL="514350" indent="0">
              <a:buNone/>
              <a:defRPr sz="1575"/>
            </a:lvl2pPr>
            <a:lvl3pPr marL="1028700" indent="0">
              <a:buNone/>
              <a:defRPr sz="1350"/>
            </a:lvl3pPr>
            <a:lvl4pPr marL="1543050" indent="0">
              <a:buNone/>
              <a:defRPr sz="1125"/>
            </a:lvl4pPr>
            <a:lvl5pPr marL="2057400" indent="0">
              <a:buNone/>
              <a:defRPr sz="1125"/>
            </a:lvl5pPr>
            <a:lvl6pPr marL="2571750" indent="0">
              <a:buNone/>
              <a:defRPr sz="1125"/>
            </a:lvl6pPr>
            <a:lvl7pPr marL="3086100" indent="0">
              <a:buNone/>
              <a:defRPr sz="1125"/>
            </a:lvl7pPr>
            <a:lvl8pPr marL="3600450" indent="0">
              <a:buNone/>
              <a:defRPr sz="1125"/>
            </a:lvl8pPr>
            <a:lvl9pPr marL="4114800" indent="0">
              <a:buNone/>
              <a:defRPr sz="1125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59682" y="685800"/>
            <a:ext cx="5898356" cy="2400300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7774782" y="1481138"/>
            <a:ext cx="9258300" cy="7310438"/>
          </a:xfrm>
        </p:spPr>
        <p:txBody>
          <a:bodyPr/>
          <a:lstStyle>
            <a:lvl1pPr marL="0" indent="0">
              <a:buNone/>
              <a:defRPr sz="3600"/>
            </a:lvl1pPr>
            <a:lvl2pPr marL="514350" indent="0">
              <a:buNone/>
              <a:defRPr sz="3150"/>
            </a:lvl2pPr>
            <a:lvl3pPr marL="1028700" indent="0">
              <a:buNone/>
              <a:defRPr sz="2700"/>
            </a:lvl3pPr>
            <a:lvl4pPr marL="1543050" indent="0">
              <a:buNone/>
              <a:defRPr sz="2250"/>
            </a:lvl4pPr>
            <a:lvl5pPr marL="2057400" indent="0">
              <a:buNone/>
              <a:defRPr sz="2250"/>
            </a:lvl5pPr>
            <a:lvl6pPr marL="2571750" indent="0">
              <a:buNone/>
              <a:defRPr sz="2250"/>
            </a:lvl6pPr>
            <a:lvl7pPr marL="3086100" indent="0">
              <a:buNone/>
              <a:defRPr sz="2250"/>
            </a:lvl7pPr>
            <a:lvl8pPr marL="3600450" indent="0">
              <a:buNone/>
              <a:defRPr sz="2250"/>
            </a:lvl8pPr>
            <a:lvl9pPr marL="4114800" indent="0">
              <a:buNone/>
              <a:defRPr sz="225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259682" y="3086100"/>
            <a:ext cx="5898356" cy="5717382"/>
          </a:xfrm>
        </p:spPr>
        <p:txBody>
          <a:bodyPr/>
          <a:lstStyle>
            <a:lvl1pPr marL="0" indent="0">
              <a:buNone/>
              <a:defRPr sz="1800"/>
            </a:lvl1pPr>
            <a:lvl2pPr marL="514350" indent="0">
              <a:buNone/>
              <a:defRPr sz="1575"/>
            </a:lvl2pPr>
            <a:lvl3pPr marL="1028700" indent="0">
              <a:buNone/>
              <a:defRPr sz="1350"/>
            </a:lvl3pPr>
            <a:lvl4pPr marL="1543050" indent="0">
              <a:buNone/>
              <a:defRPr sz="1125"/>
            </a:lvl4pPr>
            <a:lvl5pPr marL="2057400" indent="0">
              <a:buNone/>
              <a:defRPr sz="1125"/>
            </a:lvl5pPr>
            <a:lvl6pPr marL="2571750" indent="0">
              <a:buNone/>
              <a:defRPr sz="1125"/>
            </a:lvl6pPr>
            <a:lvl7pPr marL="3086100" indent="0">
              <a:buNone/>
              <a:defRPr sz="1125"/>
            </a:lvl7pPr>
            <a:lvl8pPr marL="3600450" indent="0">
              <a:buNone/>
              <a:defRPr sz="1125"/>
            </a:lvl8pPr>
            <a:lvl9pPr marL="4114800" indent="0">
              <a:buNone/>
              <a:defRPr sz="1125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13258800" y="411957"/>
            <a:ext cx="4114800" cy="877728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914400" y="411957"/>
            <a:ext cx="12105860" cy="877728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10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Заголовок 1025"/>
          <p:cNvSpPr/>
          <p:nvPr>
            <p:ph type="title"/>
          </p:nvPr>
        </p:nvSpPr>
        <p:spPr>
          <a:xfrm>
            <a:off x="914400" y="411957"/>
            <a:ext cx="16459200" cy="17145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t>Click to edit Master title style</a:t>
            </a:r>
          </a:p>
        </p:txBody>
      </p:sp>
      <p:sp>
        <p:nvSpPr>
          <p:cNvPr id="1027" name="Замещающий текст 1026"/>
          <p:cNvSpPr/>
          <p:nvPr>
            <p:ph type="body" idx="1"/>
          </p:nvPr>
        </p:nvSpPr>
        <p:spPr>
          <a:xfrm>
            <a:off x="914400" y="2400300"/>
            <a:ext cx="16459200" cy="6788945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1028" name="Замещающая дата 1027"/>
          <p:cNvSpPr/>
          <p:nvPr>
            <p:ph type="dt" sz="half" idx="2"/>
          </p:nvPr>
        </p:nvSpPr>
        <p:spPr>
          <a:xfrm>
            <a:off x="914400" y="9367838"/>
            <a:ext cx="4267200" cy="71437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2100"/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029" name="Замещающий нижний колонтитул 1028"/>
          <p:cNvSpPr/>
          <p:nvPr>
            <p:ph type="ftr" sz="quarter" idx="3"/>
          </p:nvPr>
        </p:nvSpPr>
        <p:spPr>
          <a:xfrm>
            <a:off x="6248400" y="9367838"/>
            <a:ext cx="5791200" cy="71437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2100"/>
            </a:lvl1pPr>
          </a:lstStyle>
          <a:p>
            <a:endParaRPr lang="en-US"/>
          </a:p>
        </p:txBody>
      </p:sp>
      <p:sp>
        <p:nvSpPr>
          <p:cNvPr id="1030" name="Замещающий номер слайда 1029"/>
          <p:cNvSpPr/>
          <p:nvPr>
            <p:ph type="sldNum" sz="quarter" idx="4"/>
          </p:nvPr>
        </p:nvSpPr>
        <p:spPr>
          <a:xfrm>
            <a:off x="13106400" y="9367838"/>
            <a:ext cx="4267200" cy="71437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2100"/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marL="0" lvl="0" indent="0" algn="ctr" defTabSz="13716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66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514350" lvl="0" indent="-514350" algn="l" defTabSz="1371600" eaLnBrk="1" fontAlgn="base" latinLnBrk="0" hangingPunct="1">
        <a:lnSpc>
          <a:spcPct val="100000"/>
        </a:lnSpc>
        <a:spcBef>
          <a:spcPct val="30000"/>
        </a:spcBef>
        <a:spcAft>
          <a:spcPct val="0"/>
        </a:spcAft>
        <a:buChar char="•"/>
        <a:defRPr sz="4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1114425" lvl="1" indent="-428625" algn="l" defTabSz="1371600" eaLnBrk="1" fontAlgn="base" latinLnBrk="0" hangingPunct="1">
        <a:lnSpc>
          <a:spcPct val="100000"/>
        </a:lnSpc>
        <a:spcBef>
          <a:spcPct val="30000"/>
        </a:spcBef>
        <a:spcAft>
          <a:spcPct val="0"/>
        </a:spcAft>
        <a:buChar char="–"/>
        <a:defRPr sz="4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714500" lvl="2" indent="-342900" algn="l" defTabSz="1371600" eaLnBrk="1" fontAlgn="base" latinLnBrk="0" hangingPunct="1">
        <a:lnSpc>
          <a:spcPct val="100000"/>
        </a:lnSpc>
        <a:spcBef>
          <a:spcPct val="30000"/>
        </a:spcBef>
        <a:spcAft>
          <a:spcPct val="0"/>
        </a:spcAft>
        <a:buChar char="•"/>
        <a:defRPr sz="36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2400300" lvl="3" indent="-342900" algn="l" defTabSz="1371600" eaLnBrk="1" fontAlgn="base" latinLnBrk="0" hangingPunct="1">
        <a:lnSpc>
          <a:spcPct val="100000"/>
        </a:lnSpc>
        <a:spcBef>
          <a:spcPct val="30000"/>
        </a:spcBef>
        <a:spcAft>
          <a:spcPct val="0"/>
        </a:spcAft>
        <a:buChar char="–"/>
        <a:defRPr sz="3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3086100" lvl="4" indent="-342900" algn="l" defTabSz="1371600" eaLnBrk="1" fontAlgn="base" latinLnBrk="0" hangingPunct="1">
        <a:lnSpc>
          <a:spcPct val="100000"/>
        </a:lnSpc>
        <a:spcBef>
          <a:spcPct val="30000"/>
        </a:spcBef>
        <a:spcAft>
          <a:spcPct val="0"/>
        </a:spcAft>
        <a:buChar char="»"/>
        <a:defRPr sz="3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3771900" lvl="5" indent="-342900" algn="l" defTabSz="1371600" eaLnBrk="1" fontAlgn="base" latinLnBrk="0" hangingPunct="1">
        <a:lnSpc>
          <a:spcPct val="100000"/>
        </a:lnSpc>
        <a:spcBef>
          <a:spcPct val="30000"/>
        </a:spcBef>
        <a:spcAft>
          <a:spcPct val="0"/>
        </a:spcAft>
        <a:buChar char="»"/>
        <a:defRPr sz="3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4457700" lvl="6" indent="-342900" algn="l" defTabSz="1371600" eaLnBrk="1" fontAlgn="base" latinLnBrk="0" hangingPunct="1">
        <a:lnSpc>
          <a:spcPct val="100000"/>
        </a:lnSpc>
        <a:spcBef>
          <a:spcPct val="30000"/>
        </a:spcBef>
        <a:spcAft>
          <a:spcPct val="0"/>
        </a:spcAft>
        <a:buChar char="»"/>
        <a:defRPr sz="3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5143500" lvl="7" indent="-342900" algn="l" defTabSz="1371600" eaLnBrk="1" fontAlgn="base" latinLnBrk="0" hangingPunct="1">
        <a:lnSpc>
          <a:spcPct val="100000"/>
        </a:lnSpc>
        <a:spcBef>
          <a:spcPct val="30000"/>
        </a:spcBef>
        <a:spcAft>
          <a:spcPct val="0"/>
        </a:spcAft>
        <a:buChar char="»"/>
        <a:defRPr sz="3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5829300" lvl="8" indent="-342900" algn="l" defTabSz="1371600" eaLnBrk="1" fontAlgn="base" latinLnBrk="0" hangingPunct="1">
        <a:lnSpc>
          <a:spcPct val="100000"/>
        </a:lnSpc>
        <a:spcBef>
          <a:spcPct val="30000"/>
        </a:spcBef>
        <a:spcAft>
          <a:spcPct val="0"/>
        </a:spcAft>
        <a:buChar char="»"/>
        <a:defRPr sz="3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13716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27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685800" lvl="1" indent="0" algn="l" defTabSz="13716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2pPr>
      <a:lvl3pPr marL="1371600" lvl="2" indent="0" algn="l" defTabSz="13716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3pPr>
      <a:lvl4pPr marL="2057400" lvl="3" indent="0" algn="l" defTabSz="13716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4pPr>
      <a:lvl5pPr marL="2743200" lvl="4" indent="0" algn="l" defTabSz="13716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5pPr>
      <a:lvl6pPr marL="3429000" lvl="5" indent="0" algn="l" defTabSz="13716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6pPr>
      <a:lvl7pPr marL="4114800" lvl="6" indent="0" algn="l" defTabSz="13716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7pPr>
      <a:lvl8pPr marL="4800600" lvl="7" indent="0" algn="l" defTabSz="13716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8pPr>
      <a:lvl9pPr marL="5486400" lvl="8" indent="0" algn="l" defTabSz="13716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24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93814" y="1593814"/>
            <a:ext cx="16694186" cy="8693186"/>
            <a:chOff x="0" y="0"/>
            <a:chExt cx="22258914" cy="11590914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1" cstate="print">
              <a:alphaModFix amt="42000"/>
            </a:blip>
            <a:srcRect t="10920" b="10920"/>
            <a:stretch>
              <a:fillRect/>
            </a:stretch>
          </p:blipFill>
          <p:spPr>
            <a:xfrm>
              <a:off x="0" y="0"/>
              <a:ext cx="22258914" cy="11590914"/>
            </a:xfrm>
            <a:prstGeom prst="rect">
              <a:avLst/>
            </a:prstGeom>
          </p:spPr>
        </p:pic>
      </p:grpSp>
      <p:sp>
        <p:nvSpPr>
          <p:cNvPr id="5" name="TextBox 5"/>
          <p:cNvSpPr txBox="1"/>
          <p:nvPr/>
        </p:nvSpPr>
        <p:spPr>
          <a:xfrm>
            <a:off x="1814834" y="284142"/>
            <a:ext cx="13767989" cy="1363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545"/>
              </a:lnSpc>
            </a:pPr>
            <a:r>
              <a:rPr lang="en-US" sz="2535" spc="50" dirty="0">
                <a:solidFill>
                  <a:srgbClr val="F0F0EE">
                    <a:alpha val="66667"/>
                  </a:srgbClr>
                </a:solidFill>
                <a:latin typeface="Times New Roman" panose="02020603050405020304" charset="0"/>
                <a:cs typeface="Times New Roman" panose="02020603050405020304" charset="0"/>
              </a:rPr>
              <a:t>МИНИСТЕРСТВО ОБРАЗОВАНИЯ </a:t>
            </a:r>
            <a:r>
              <a:rPr lang="ru-RU" sz="2535" spc="50" dirty="0">
                <a:solidFill>
                  <a:srgbClr val="F0F0EE">
                    <a:alpha val="66667"/>
                  </a:srgbClr>
                </a:solidFill>
                <a:latin typeface="Times New Roman" panose="02020603050405020304" charset="0"/>
                <a:cs typeface="Times New Roman" panose="02020603050405020304" charset="0"/>
              </a:rPr>
              <a:t>И МОЛОДЕЖНОЙ ПОЛИТИКИ</a:t>
            </a:r>
            <a:r>
              <a:rPr lang="en-US" sz="2535" spc="50" dirty="0">
                <a:solidFill>
                  <a:srgbClr val="F0F0EE">
                    <a:alpha val="66667"/>
                  </a:srgbClr>
                </a:solidFill>
                <a:latin typeface="Times New Roman" panose="02020603050405020304" charset="0"/>
                <a:cs typeface="Times New Roman" panose="02020603050405020304" charset="0"/>
              </a:rPr>
              <a:t> СВЕРДЛОВСКОЙ ОБЛАСТИ</a:t>
            </a:r>
            <a:endParaRPr lang="en-US" sz="2535" spc="50" dirty="0">
              <a:solidFill>
                <a:srgbClr val="F0F0EE">
                  <a:alpha val="66667"/>
                </a:srgbClr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ts val="3545"/>
              </a:lnSpc>
            </a:pPr>
            <a:r>
              <a:rPr lang="en-US" sz="2535" spc="50" dirty="0">
                <a:solidFill>
                  <a:srgbClr val="F0F0EE">
                    <a:alpha val="66667"/>
                  </a:srgbClr>
                </a:solidFill>
                <a:latin typeface="Times New Roman" panose="02020603050405020304" charset="0"/>
                <a:cs typeface="Times New Roman" panose="02020603050405020304" charset="0"/>
              </a:rPr>
              <a:t> ГАПОУ СО «ЕКАТЕРИНБУРГСКИЙ КОЛЛЕДЖ ТРАНСПОРТНОГО СТРОИТЕЛЬСТВА»</a:t>
            </a:r>
            <a:endParaRPr lang="en-US" sz="2535" spc="50" dirty="0">
              <a:solidFill>
                <a:srgbClr val="F0F0EE">
                  <a:alpha val="66667"/>
                </a:srgb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0" y="0"/>
            <a:ext cx="1593814" cy="1593814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7" name="TextBox 7"/>
          <p:cNvSpPr txBox="1"/>
          <p:nvPr/>
        </p:nvSpPr>
        <p:spPr>
          <a:xfrm>
            <a:off x="1814834" y="2651126"/>
            <a:ext cx="15056727" cy="2596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0125"/>
              </a:lnSpc>
            </a:pPr>
            <a:r>
              <a:rPr lang="en-US" sz="11505" spc="-414" dirty="0" err="1">
                <a:solidFill>
                  <a:srgbClr val="F0F0EE"/>
                </a:solidFill>
                <a:latin typeface="Times New Roman" panose="02020603050405020304" charset="0"/>
                <a:cs typeface="Times New Roman" panose="02020603050405020304" charset="0"/>
              </a:rPr>
              <a:t>Разработка</a:t>
            </a:r>
            <a:r>
              <a:rPr lang="en-US" sz="11505" spc="-414" dirty="0">
                <a:solidFill>
                  <a:srgbClr val="F0F0EE"/>
                </a:solidFill>
                <a:latin typeface="Times New Roman" panose="02020603050405020304" charset="0"/>
                <a:cs typeface="Times New Roman" panose="02020603050405020304" charset="0"/>
              </a:rPr>
              <a:t> и </a:t>
            </a:r>
            <a:r>
              <a:rPr lang="en-US" sz="11505" spc="-414" dirty="0" err="1">
                <a:solidFill>
                  <a:srgbClr val="F0F0EE"/>
                </a:solidFill>
                <a:latin typeface="Times New Roman" panose="02020603050405020304" charset="0"/>
                <a:cs typeface="Times New Roman" panose="02020603050405020304" charset="0"/>
              </a:rPr>
              <a:t>создание</a:t>
            </a:r>
            <a:r>
              <a:rPr lang="en-US" sz="11505" spc="-414" dirty="0">
                <a:solidFill>
                  <a:srgbClr val="F0F0EE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sz="11505" spc="-414" dirty="0" err="1">
                <a:solidFill>
                  <a:srgbClr val="F0F0EE"/>
                </a:solidFill>
                <a:latin typeface="Times New Roman" panose="02020603050405020304" charset="0"/>
                <a:cs typeface="Times New Roman" panose="02020603050405020304" charset="0"/>
              </a:rPr>
              <a:t>программы</a:t>
            </a:r>
            <a:r>
              <a:rPr lang="en-US" sz="11505" spc="-414" dirty="0">
                <a:solidFill>
                  <a:srgbClr val="F0F0EE"/>
                </a:solidFill>
                <a:latin typeface="Times New Roman" panose="02020603050405020304" charset="0"/>
                <a:cs typeface="Times New Roman" panose="02020603050405020304" charset="0"/>
              </a:rPr>
              <a:t>  </a:t>
            </a:r>
            <a:r>
              <a:rPr lang="en-US" sz="11505" spc="-414" dirty="0" err="1">
                <a:solidFill>
                  <a:srgbClr val="F0F0EE"/>
                </a:solidFill>
                <a:latin typeface="Times New Roman" panose="02020603050405020304" charset="0"/>
                <a:cs typeface="Times New Roman" panose="02020603050405020304" charset="0"/>
              </a:rPr>
              <a:t>для</a:t>
            </a:r>
            <a:r>
              <a:rPr lang="en-US" sz="11505" spc="-414" dirty="0">
                <a:solidFill>
                  <a:srgbClr val="F0F0EE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ru-RU" altLang="en-US" sz="11505" spc="-414" dirty="0">
                <a:solidFill>
                  <a:srgbClr val="F0F0EE"/>
                </a:solidFill>
                <a:latin typeface="Times New Roman" panose="02020603050405020304" charset="0"/>
                <a:cs typeface="Times New Roman" panose="02020603050405020304" charset="0"/>
              </a:rPr>
              <a:t>колледжа</a:t>
            </a:r>
            <a:endParaRPr lang="ru-RU" altLang="en-US" sz="11505" spc="-414" dirty="0">
              <a:solidFill>
                <a:srgbClr val="F0F0EE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grpSp>
        <p:nvGrpSpPr>
          <p:cNvPr id="8" name="Group 8"/>
          <p:cNvGrpSpPr/>
          <p:nvPr/>
        </p:nvGrpSpPr>
        <p:grpSpPr>
          <a:xfrm>
            <a:off x="285874" y="152169"/>
            <a:ext cx="1022067" cy="1289476"/>
            <a:chOff x="0" y="0"/>
            <a:chExt cx="1362756" cy="1719301"/>
          </a:xfrm>
        </p:grpSpPr>
        <p:pic>
          <p:nvPicPr>
            <p:cNvPr id="9" name="Picture 9"/>
            <p:cNvPicPr>
              <a:picLocks noChangeAspect="1"/>
            </p:cNvPicPr>
            <p:nvPr/>
          </p:nvPicPr>
          <p:blipFill>
            <a:blip r:embed="rId2" cstate="print"/>
            <a:srcRect t="10179" b="10179"/>
            <a:stretch>
              <a:fillRect/>
            </a:stretch>
          </p:blipFill>
          <p:spPr>
            <a:xfrm>
              <a:off x="0" y="0"/>
              <a:ext cx="1362756" cy="1719301"/>
            </a:xfrm>
            <a:prstGeom prst="rect">
              <a:avLst/>
            </a:prstGeom>
          </p:spPr>
        </p:pic>
      </p:grpSp>
      <p:sp>
        <p:nvSpPr>
          <p:cNvPr id="10" name="TextBox 10"/>
          <p:cNvSpPr txBox="1"/>
          <p:nvPr/>
        </p:nvSpPr>
        <p:spPr>
          <a:xfrm>
            <a:off x="1814834" y="8088094"/>
            <a:ext cx="9831178" cy="1438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740"/>
              </a:lnSpc>
              <a:spcBef>
                <a:spcPct val="0"/>
              </a:spcBef>
            </a:pPr>
            <a:r>
              <a:rPr lang="en-US" sz="2670" dirty="0" err="1">
                <a:solidFill>
                  <a:srgbClr val="FFFFFF"/>
                </a:solidFill>
                <a:latin typeface="Times New Roman" panose="02020603050405020304" charset="0"/>
                <a:cs typeface="Times New Roman" panose="02020603050405020304" charset="0"/>
              </a:rPr>
              <a:t>Работу</a:t>
            </a:r>
            <a:r>
              <a:rPr lang="en-US" sz="2670" dirty="0">
                <a:solidFill>
                  <a:srgbClr val="FFFFFF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sz="2670" dirty="0" err="1">
                <a:solidFill>
                  <a:srgbClr val="FFFFFF"/>
                </a:solidFill>
                <a:latin typeface="Times New Roman" panose="02020603050405020304" charset="0"/>
                <a:cs typeface="Times New Roman" panose="02020603050405020304" charset="0"/>
              </a:rPr>
              <a:t>выполнил</a:t>
            </a:r>
            <a:r>
              <a:rPr lang="en-US" sz="2670" dirty="0">
                <a:solidFill>
                  <a:srgbClr val="FFFFFF"/>
                </a:solidFill>
                <a:latin typeface="Times New Roman" panose="02020603050405020304" charset="0"/>
                <a:cs typeface="Times New Roman" panose="02020603050405020304" charset="0"/>
              </a:rPr>
              <a:t>: </a:t>
            </a:r>
            <a:r>
              <a:rPr lang="ru-RU" altLang="en-US" sz="2670" dirty="0">
                <a:solidFill>
                  <a:srgbClr val="FFFFFF"/>
                </a:solidFill>
                <a:latin typeface="Times New Roman" panose="02020603050405020304" charset="0"/>
                <a:cs typeface="Times New Roman" panose="02020603050405020304" charset="0"/>
              </a:rPr>
              <a:t>Кивалкина А.А.</a:t>
            </a:r>
            <a:endParaRPr lang="en-US" sz="2670" dirty="0">
              <a:solidFill>
                <a:srgbClr val="FFFFFF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ts val="3740"/>
              </a:lnSpc>
              <a:spcBef>
                <a:spcPct val="0"/>
              </a:spcBef>
            </a:pPr>
            <a:r>
              <a:rPr lang="en-US" sz="2670" dirty="0" err="1">
                <a:solidFill>
                  <a:srgbClr val="FFFFFF"/>
                </a:solidFill>
                <a:latin typeface="Times New Roman" panose="02020603050405020304" charset="0"/>
                <a:cs typeface="Times New Roman" panose="02020603050405020304" charset="0"/>
              </a:rPr>
              <a:t>Руководитель</a:t>
            </a:r>
            <a:r>
              <a:rPr lang="en-US" sz="2670" dirty="0">
                <a:solidFill>
                  <a:srgbClr val="FFFFFF"/>
                </a:solidFill>
                <a:latin typeface="Times New Roman" panose="02020603050405020304" charset="0"/>
                <a:cs typeface="Times New Roman" panose="02020603050405020304" charset="0"/>
              </a:rPr>
              <a:t>: </a:t>
            </a:r>
            <a:r>
              <a:rPr lang="ru-RU" sz="2670" dirty="0">
                <a:solidFill>
                  <a:srgbClr val="FFFFFF"/>
                </a:solidFill>
                <a:latin typeface="Times New Roman" panose="02020603050405020304" charset="0"/>
                <a:cs typeface="Times New Roman" panose="02020603050405020304" charset="0"/>
              </a:rPr>
              <a:t>Мирошниченко Г.В.</a:t>
            </a:r>
            <a:endParaRPr lang="en-US" sz="2670" dirty="0">
              <a:solidFill>
                <a:srgbClr val="FFFFFF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ts val="3740"/>
              </a:lnSpc>
              <a:spcBef>
                <a:spcPct val="0"/>
              </a:spcBef>
            </a:pPr>
            <a:r>
              <a:rPr lang="en-US" sz="2670" dirty="0" err="1">
                <a:solidFill>
                  <a:srgbClr val="FFFFFF"/>
                </a:solidFill>
                <a:latin typeface="Times New Roman" panose="02020603050405020304" charset="0"/>
                <a:cs typeface="Times New Roman" panose="02020603050405020304" charset="0"/>
              </a:rPr>
              <a:t>Группа</a:t>
            </a:r>
            <a:r>
              <a:rPr lang="en-US" sz="2670" dirty="0">
                <a:solidFill>
                  <a:srgbClr val="FFFFFF"/>
                </a:solidFill>
                <a:latin typeface="Times New Roman" panose="02020603050405020304" charset="0"/>
                <a:cs typeface="Times New Roman" panose="02020603050405020304" charset="0"/>
              </a:rPr>
              <a:t>: Пр-3</a:t>
            </a:r>
            <a:r>
              <a:rPr lang="ru-RU" altLang="en-US" sz="2670" dirty="0">
                <a:solidFill>
                  <a:srgbClr val="FFFFFF"/>
                </a:solidFill>
                <a:latin typeface="Times New Roman" panose="02020603050405020304" charset="0"/>
                <a:cs typeface="Times New Roman" panose="02020603050405020304" charset="0"/>
              </a:rPr>
              <a:t>3</a:t>
            </a:r>
            <a:endParaRPr lang="ru-RU" altLang="en-US" sz="2670" dirty="0">
              <a:solidFill>
                <a:srgbClr val="FFFFFF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24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AutoShape 2"/>
          <p:cNvSpPr/>
          <p:nvPr/>
        </p:nvSpPr>
        <p:spPr>
          <a:xfrm>
            <a:off x="28575" y="-27940"/>
            <a:ext cx="18259425" cy="2240280"/>
          </a:xfrm>
          <a:prstGeom prst="rect">
            <a:avLst/>
          </a:prstGeom>
          <a:solidFill>
            <a:srgbClr val="45AD7E"/>
          </a:solidFill>
        </p:spPr>
      </p:sp>
      <p:sp>
        <p:nvSpPr>
          <p:cNvPr id="3" name="TextBox 3"/>
          <p:cNvSpPr txBox="1"/>
          <p:nvPr/>
        </p:nvSpPr>
        <p:spPr>
          <a:xfrm>
            <a:off x="3429000" y="571500"/>
            <a:ext cx="11329670" cy="104267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ctr">
              <a:lnSpc>
                <a:spcPts val="7525"/>
              </a:lnSpc>
            </a:pPr>
            <a:r>
              <a:rPr lang="en-US" sz="8000">
                <a:solidFill>
                  <a:srgbClr val="F0F0EE"/>
                </a:solidFill>
                <a:latin typeface="Times New Roman" panose="02020603050405020304" charset="0"/>
                <a:cs typeface="Times New Roman" panose="02020603050405020304" charset="0"/>
              </a:rPr>
              <a:t>О разработке</a:t>
            </a:r>
            <a:endParaRPr lang="en-US" sz="8000">
              <a:solidFill>
                <a:srgbClr val="F0F0EE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1" cstate="print"/>
          <a:srcRect/>
          <a:stretch>
            <a:fillRect/>
          </a:stretch>
        </p:blipFill>
        <p:spPr>
          <a:xfrm>
            <a:off x="13151024" y="6856548"/>
            <a:ext cx="1450878" cy="1145633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1703705" y="3152140"/>
            <a:ext cx="15132050" cy="516128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ctr">
              <a:lnSpc>
                <a:spcPts val="4795"/>
              </a:lnSpc>
            </a:pPr>
            <a:r>
              <a:rPr lang="en-US" altLang="en-US" sz="6000">
                <a:solidFill>
                  <a:srgbClr val="F0F0EE"/>
                </a:solidFill>
                <a:latin typeface="Times New Roman" panose="02020603050405020304" charset="0"/>
                <a:cs typeface="Times New Roman" panose="02020603050405020304" charset="0"/>
              </a:rPr>
              <a:t>Разработка</a:t>
            </a:r>
            <a:r>
              <a:rPr lang="en-US" altLang="ru-RU" sz="6000">
                <a:solidFill>
                  <a:srgbClr val="F0F0EE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6000">
                <a:solidFill>
                  <a:srgbClr val="F0F0EE"/>
                </a:solidFill>
                <a:latin typeface="Times New Roman" panose="02020603050405020304" charset="0"/>
                <a:cs typeface="Times New Roman" panose="02020603050405020304" charset="0"/>
              </a:rPr>
              <a:t>мобильного</a:t>
            </a:r>
            <a:r>
              <a:rPr lang="en-US" altLang="ru-RU" sz="6000">
                <a:solidFill>
                  <a:srgbClr val="F0F0EE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6000">
                <a:solidFill>
                  <a:srgbClr val="F0F0EE"/>
                </a:solidFill>
                <a:latin typeface="Times New Roman" panose="02020603050405020304" charset="0"/>
                <a:cs typeface="Times New Roman" panose="02020603050405020304" charset="0"/>
              </a:rPr>
              <a:t>приложения</a:t>
            </a:r>
            <a:r>
              <a:rPr lang="en-US" altLang="ru-RU" sz="6000">
                <a:solidFill>
                  <a:srgbClr val="F0F0EE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6000">
                <a:solidFill>
                  <a:srgbClr val="F0F0EE"/>
                </a:solidFill>
                <a:latin typeface="Times New Roman" panose="02020603050405020304" charset="0"/>
                <a:cs typeface="Times New Roman" panose="02020603050405020304" charset="0"/>
              </a:rPr>
              <a:t>для</a:t>
            </a:r>
            <a:r>
              <a:rPr lang="en-US" altLang="ru-RU" sz="6000">
                <a:solidFill>
                  <a:srgbClr val="F0F0EE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6000">
                <a:solidFill>
                  <a:srgbClr val="F0F0EE"/>
                </a:solidFill>
                <a:latin typeface="Times New Roman" panose="02020603050405020304" charset="0"/>
                <a:cs typeface="Times New Roman" panose="02020603050405020304" charset="0"/>
              </a:rPr>
              <a:t>управления</a:t>
            </a:r>
            <a:r>
              <a:rPr lang="en-US" altLang="ru-RU" sz="6000">
                <a:solidFill>
                  <a:srgbClr val="F0F0EE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6000">
                <a:solidFill>
                  <a:srgbClr val="F0F0EE"/>
                </a:solidFill>
                <a:latin typeface="Times New Roman" panose="02020603050405020304" charset="0"/>
                <a:cs typeface="Times New Roman" panose="02020603050405020304" charset="0"/>
              </a:rPr>
              <a:t>и</a:t>
            </a:r>
            <a:r>
              <a:rPr lang="en-US" altLang="ru-RU" sz="6000">
                <a:solidFill>
                  <a:srgbClr val="F0F0EE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6000">
                <a:solidFill>
                  <a:srgbClr val="F0F0EE"/>
                </a:solidFill>
                <a:latin typeface="Times New Roman" panose="02020603050405020304" charset="0"/>
                <a:cs typeface="Times New Roman" panose="02020603050405020304" charset="0"/>
              </a:rPr>
              <a:t>хранения</a:t>
            </a:r>
            <a:r>
              <a:rPr lang="en-US" altLang="ru-RU" sz="6000">
                <a:solidFill>
                  <a:srgbClr val="F0F0EE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6000">
                <a:solidFill>
                  <a:srgbClr val="F0F0EE"/>
                </a:solidFill>
                <a:latin typeface="Times New Roman" panose="02020603050405020304" charset="0"/>
                <a:cs typeface="Times New Roman" panose="02020603050405020304" charset="0"/>
              </a:rPr>
              <a:t>информации</a:t>
            </a:r>
            <a:r>
              <a:rPr lang="en-US" altLang="ru-RU" sz="6000">
                <a:solidFill>
                  <a:srgbClr val="F0F0EE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6000">
                <a:solidFill>
                  <a:srgbClr val="F0F0EE"/>
                </a:solidFill>
                <a:latin typeface="Times New Roman" panose="02020603050405020304" charset="0"/>
                <a:cs typeface="Times New Roman" panose="02020603050405020304" charset="0"/>
              </a:rPr>
              <a:t>о</a:t>
            </a:r>
            <a:r>
              <a:rPr lang="en-US" altLang="ru-RU" sz="6000">
                <a:solidFill>
                  <a:srgbClr val="F0F0EE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6000">
                <a:solidFill>
                  <a:srgbClr val="F0F0EE"/>
                </a:solidFill>
                <a:latin typeface="Times New Roman" panose="02020603050405020304" charset="0"/>
                <a:cs typeface="Times New Roman" panose="02020603050405020304" charset="0"/>
              </a:rPr>
              <a:t>колледже</a:t>
            </a:r>
            <a:r>
              <a:rPr lang="en-US" altLang="ru-RU" sz="6000">
                <a:solidFill>
                  <a:srgbClr val="F0F0EE"/>
                </a:solidFill>
                <a:latin typeface="Times New Roman" panose="02020603050405020304" charset="0"/>
                <a:cs typeface="Times New Roman" panose="02020603050405020304" charset="0"/>
              </a:rPr>
              <a:t>, </a:t>
            </a:r>
            <a:r>
              <a:rPr lang="en-US" altLang="en-US" sz="6000">
                <a:solidFill>
                  <a:srgbClr val="F0F0EE"/>
                </a:solidFill>
                <a:latin typeface="Times New Roman" panose="02020603050405020304" charset="0"/>
                <a:cs typeface="Times New Roman" panose="02020603050405020304" charset="0"/>
              </a:rPr>
              <a:t>позволяющего</a:t>
            </a:r>
            <a:r>
              <a:rPr lang="en-US" altLang="ru-RU" sz="6000">
                <a:solidFill>
                  <a:srgbClr val="F0F0EE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6000">
                <a:solidFill>
                  <a:srgbClr val="F0F0EE"/>
                </a:solidFill>
                <a:latin typeface="Times New Roman" panose="02020603050405020304" charset="0"/>
                <a:cs typeface="Times New Roman" panose="02020603050405020304" charset="0"/>
              </a:rPr>
              <a:t>комиссии</a:t>
            </a:r>
            <a:r>
              <a:rPr lang="en-US" altLang="ru-RU" sz="6000">
                <a:solidFill>
                  <a:srgbClr val="F0F0EE"/>
                </a:solidFill>
                <a:latin typeface="Times New Roman" panose="02020603050405020304" charset="0"/>
                <a:cs typeface="Times New Roman" panose="02020603050405020304" charset="0"/>
              </a:rPr>
              <a:t>, </a:t>
            </a:r>
            <a:r>
              <a:rPr lang="en-US" altLang="en-US" sz="6000">
                <a:solidFill>
                  <a:srgbClr val="F0F0EE"/>
                </a:solidFill>
                <a:latin typeface="Times New Roman" panose="02020603050405020304" charset="0"/>
                <a:cs typeface="Times New Roman" panose="02020603050405020304" charset="0"/>
              </a:rPr>
              <a:t>студентам</a:t>
            </a:r>
            <a:r>
              <a:rPr lang="en-US" altLang="ru-RU" sz="6000">
                <a:solidFill>
                  <a:srgbClr val="F0F0EE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6000">
                <a:solidFill>
                  <a:srgbClr val="F0F0EE"/>
                </a:solidFill>
                <a:latin typeface="Times New Roman" panose="02020603050405020304" charset="0"/>
                <a:cs typeface="Times New Roman" panose="02020603050405020304" charset="0"/>
              </a:rPr>
              <a:t>и</a:t>
            </a:r>
            <a:r>
              <a:rPr lang="en-US" altLang="ru-RU" sz="6000">
                <a:solidFill>
                  <a:srgbClr val="F0F0EE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6000">
                <a:solidFill>
                  <a:srgbClr val="F0F0EE"/>
                </a:solidFill>
                <a:latin typeface="Times New Roman" panose="02020603050405020304" charset="0"/>
                <a:cs typeface="Times New Roman" panose="02020603050405020304" charset="0"/>
              </a:rPr>
              <a:t>преподователям</a:t>
            </a:r>
            <a:r>
              <a:rPr lang="en-US" altLang="ru-RU" sz="6000">
                <a:solidFill>
                  <a:srgbClr val="F0F0EE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6000">
                <a:solidFill>
                  <a:srgbClr val="F0F0EE"/>
                </a:solidFill>
                <a:latin typeface="Times New Roman" panose="02020603050405020304" charset="0"/>
                <a:cs typeface="Times New Roman" panose="02020603050405020304" charset="0"/>
              </a:rPr>
              <a:t>взаимодействовать</a:t>
            </a:r>
            <a:r>
              <a:rPr lang="en-US" altLang="ru-RU" sz="6000">
                <a:solidFill>
                  <a:srgbClr val="F0F0EE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6000">
                <a:solidFill>
                  <a:srgbClr val="F0F0EE"/>
                </a:solidFill>
                <a:latin typeface="Times New Roman" panose="02020603050405020304" charset="0"/>
                <a:cs typeface="Times New Roman" panose="02020603050405020304" charset="0"/>
              </a:rPr>
              <a:t>с</a:t>
            </a:r>
            <a:r>
              <a:rPr lang="en-US" altLang="ru-RU" sz="6000">
                <a:solidFill>
                  <a:srgbClr val="F0F0EE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6000">
                <a:solidFill>
                  <a:srgbClr val="F0F0EE"/>
                </a:solidFill>
                <a:latin typeface="Times New Roman" panose="02020603050405020304" charset="0"/>
                <a:cs typeface="Times New Roman" panose="02020603050405020304" charset="0"/>
              </a:rPr>
              <a:t>системой</a:t>
            </a:r>
            <a:r>
              <a:rPr lang="en-US" altLang="ru-RU" sz="6000">
                <a:solidFill>
                  <a:srgbClr val="F0F0EE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6000">
                <a:solidFill>
                  <a:srgbClr val="F0F0EE"/>
                </a:solidFill>
                <a:latin typeface="Times New Roman" panose="02020603050405020304" charset="0"/>
                <a:cs typeface="Times New Roman" panose="02020603050405020304" charset="0"/>
              </a:rPr>
              <a:t>в</a:t>
            </a:r>
            <a:r>
              <a:rPr lang="en-US" altLang="ru-RU" sz="6000">
                <a:solidFill>
                  <a:srgbClr val="F0F0EE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6000">
                <a:solidFill>
                  <a:srgbClr val="F0F0EE"/>
                </a:solidFill>
                <a:latin typeface="Times New Roman" panose="02020603050405020304" charset="0"/>
                <a:cs typeface="Times New Roman" panose="02020603050405020304" charset="0"/>
              </a:rPr>
              <a:t>соответствии</a:t>
            </a:r>
            <a:r>
              <a:rPr lang="en-US" altLang="ru-RU" sz="6000">
                <a:solidFill>
                  <a:srgbClr val="F0F0EE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6000">
                <a:solidFill>
                  <a:srgbClr val="F0F0EE"/>
                </a:solidFill>
                <a:latin typeface="Times New Roman" panose="02020603050405020304" charset="0"/>
                <a:cs typeface="Times New Roman" panose="02020603050405020304" charset="0"/>
              </a:rPr>
              <a:t>с</a:t>
            </a:r>
            <a:r>
              <a:rPr lang="en-US" altLang="ru-RU" sz="6000">
                <a:solidFill>
                  <a:srgbClr val="F0F0EE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6000">
                <a:solidFill>
                  <a:srgbClr val="F0F0EE"/>
                </a:solidFill>
                <a:latin typeface="Times New Roman" panose="02020603050405020304" charset="0"/>
                <a:cs typeface="Times New Roman" panose="02020603050405020304" charset="0"/>
              </a:rPr>
              <a:t>их</a:t>
            </a:r>
            <a:r>
              <a:rPr lang="en-US" altLang="ru-RU" sz="6000">
                <a:solidFill>
                  <a:srgbClr val="F0F0EE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6000">
                <a:solidFill>
                  <a:srgbClr val="F0F0EE"/>
                </a:solidFill>
                <a:latin typeface="Times New Roman" panose="02020603050405020304" charset="0"/>
                <a:cs typeface="Times New Roman" panose="02020603050405020304" charset="0"/>
              </a:rPr>
              <a:t>ролями</a:t>
            </a:r>
            <a:r>
              <a:rPr lang="en-US" altLang="ru-RU" sz="6000">
                <a:solidFill>
                  <a:srgbClr val="F0F0EE"/>
                </a:solidFill>
                <a:latin typeface="Times New Roman" panose="02020603050405020304" charset="0"/>
                <a:cs typeface="Times New Roman" panose="02020603050405020304" charset="0"/>
              </a:rPr>
              <a:t>.</a:t>
            </a:r>
            <a:endParaRPr lang="en-US" altLang="ru-RU" sz="6000">
              <a:solidFill>
                <a:srgbClr val="F0F0EE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24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AutoShape 2"/>
          <p:cNvSpPr/>
          <p:nvPr/>
        </p:nvSpPr>
        <p:spPr>
          <a:xfrm>
            <a:off x="0" y="31750"/>
            <a:ext cx="18259425" cy="2240280"/>
          </a:xfrm>
          <a:prstGeom prst="rect">
            <a:avLst/>
          </a:prstGeom>
          <a:solidFill>
            <a:srgbClr val="45AD7E"/>
          </a:solidFill>
        </p:spPr>
      </p:sp>
      <p:sp>
        <p:nvSpPr>
          <p:cNvPr id="3" name="TextBox 3"/>
          <p:cNvSpPr txBox="1"/>
          <p:nvPr/>
        </p:nvSpPr>
        <p:spPr>
          <a:xfrm>
            <a:off x="3505301" y="495157"/>
            <a:ext cx="11150350" cy="1090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8510"/>
              </a:lnSpc>
            </a:pPr>
            <a:r>
              <a:rPr lang="en-US" sz="8510" spc="-170">
                <a:solidFill>
                  <a:srgbClr val="F0F0EE"/>
                </a:solidFill>
                <a:latin typeface="Times New Roman" panose="02020603050405020304" charset="0"/>
                <a:cs typeface="Times New Roman" panose="02020603050405020304" charset="0"/>
              </a:rPr>
              <a:t>Цели </a:t>
            </a:r>
            <a:r>
              <a:rPr lang="en-US" sz="8510" spc="-170">
                <a:solidFill>
                  <a:srgbClr val="F0F0EE"/>
                </a:solidFill>
                <a:latin typeface="Times New Roman" panose="02020603050405020304" charset="0"/>
                <a:cs typeface="Times New Roman" panose="02020603050405020304" charset="0"/>
              </a:rPr>
              <a:t>и задачи проекта</a:t>
            </a:r>
            <a:endParaRPr lang="en-US" sz="8510" spc="-170">
              <a:solidFill>
                <a:srgbClr val="F0F0EE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752600" y="2394585"/>
            <a:ext cx="14456410" cy="17653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ctr">
              <a:lnSpc>
                <a:spcPts val="4580"/>
              </a:lnSpc>
            </a:pPr>
            <a:r>
              <a:rPr lang="ru-RU" altLang="en-US" sz="6000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цель проекта в упрощении поиска и добавления преподователей и студентов ,редактирования, удаления.</a:t>
            </a:r>
            <a:endParaRPr lang="ru-RU" altLang="en-US" sz="6000" dirty="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897180" y="5852044"/>
            <a:ext cx="10677625" cy="481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760"/>
              </a:lnSpc>
              <a:spcBef>
                <a:spcPct val="0"/>
              </a:spcBef>
            </a:pPr>
            <a:r>
              <a:rPr lang="ru-RU" altLang="en-US" sz="2685">
                <a:solidFill>
                  <a:srgbClr val="FFFFFF"/>
                </a:solidFill>
                <a:latin typeface="Trocchi" panose="00000500000000000000"/>
              </a:rPr>
              <a:t>Создать классы</a:t>
            </a:r>
            <a:endParaRPr lang="ru-RU" altLang="en-US" sz="2685">
              <a:solidFill>
                <a:srgbClr val="FFFFFF"/>
              </a:solidFill>
              <a:latin typeface="Trocchi" panose="00000500000000000000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897180" y="6651908"/>
            <a:ext cx="10677625" cy="481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760"/>
              </a:lnSpc>
              <a:spcBef>
                <a:spcPct val="0"/>
              </a:spcBef>
            </a:pPr>
            <a:r>
              <a:rPr lang="ru-RU" altLang="en-US" sz="2685">
                <a:solidFill>
                  <a:srgbClr val="FFFFFF"/>
                </a:solidFill>
                <a:latin typeface="Trocchi" panose="00000500000000000000"/>
              </a:rPr>
              <a:t>Создать таблицы ,управление ими</a:t>
            </a:r>
            <a:endParaRPr lang="ru-RU" altLang="en-US" sz="2685">
              <a:solidFill>
                <a:srgbClr val="FFFFFF"/>
              </a:solidFill>
              <a:latin typeface="Trocchi" panose="00000500000000000000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897180" y="7399937"/>
            <a:ext cx="10677625" cy="481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760"/>
              </a:lnSpc>
              <a:spcBef>
                <a:spcPct val="0"/>
              </a:spcBef>
            </a:pPr>
            <a:r>
              <a:rPr lang="ru-RU" altLang="en-US" sz="2685">
                <a:solidFill>
                  <a:srgbClr val="FFFFFF"/>
                </a:solidFill>
                <a:latin typeface="Trocchi" panose="00000500000000000000"/>
              </a:rPr>
              <a:t>изучить новые способы реализации </a:t>
            </a:r>
            <a:endParaRPr lang="ru-RU" altLang="en-US" sz="2685">
              <a:solidFill>
                <a:srgbClr val="FFFFFF"/>
              </a:solidFill>
              <a:latin typeface="Trocchi" panose="00000500000000000000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897180" y="8064531"/>
            <a:ext cx="10677625" cy="481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760"/>
              </a:lnSpc>
              <a:spcBef>
                <a:spcPct val="0"/>
              </a:spcBef>
            </a:pPr>
            <a:r>
              <a:rPr lang="en-US" sz="2685">
                <a:solidFill>
                  <a:srgbClr val="FFFFFF"/>
                </a:solidFill>
                <a:latin typeface="Trocchi" panose="00000500000000000000"/>
              </a:rPr>
              <a:t>Учесть требования к задаче и разработать </a:t>
            </a:r>
            <a:r>
              <a:rPr lang="ru-RU" altLang="en-US" sz="2685">
                <a:solidFill>
                  <a:srgbClr val="FFFFFF"/>
                </a:solidFill>
                <a:latin typeface="Trocchi" panose="00000500000000000000"/>
              </a:rPr>
              <a:t>экраны</a:t>
            </a:r>
            <a:endParaRPr lang="ru-RU" altLang="en-US" sz="2685">
              <a:solidFill>
                <a:srgbClr val="FFFFFF"/>
              </a:solidFill>
              <a:latin typeface="Trocchi" panose="00000500000000000000"/>
            </a:endParaRPr>
          </a:p>
        </p:txBody>
      </p:sp>
      <p:grpSp>
        <p:nvGrpSpPr>
          <p:cNvPr id="15" name="Group 15"/>
          <p:cNvGrpSpPr/>
          <p:nvPr/>
        </p:nvGrpSpPr>
        <p:grpSpPr>
          <a:xfrm>
            <a:off x="1543050" y="6000165"/>
            <a:ext cx="200025" cy="200025"/>
            <a:chOff x="0" y="0"/>
            <a:chExt cx="1913890" cy="191389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913890" cy="1913890"/>
            </a:xfrm>
            <a:custGeom>
              <a:avLst/>
              <a:gdLst/>
              <a:ahLst/>
              <a:cxnLst/>
              <a:rect l="l" t="t" r="r" b="b"/>
              <a:pathLst>
                <a:path w="1913890" h="1913890">
                  <a:moveTo>
                    <a:pt x="0" y="0"/>
                  </a:moveTo>
                  <a:lnTo>
                    <a:pt x="0" y="1913890"/>
                  </a:lnTo>
                  <a:lnTo>
                    <a:pt x="1913890" y="1913890"/>
                  </a:lnTo>
                  <a:lnTo>
                    <a:pt x="1913890" y="0"/>
                  </a:lnTo>
                  <a:lnTo>
                    <a:pt x="0" y="0"/>
                  </a:lnTo>
                  <a:close/>
                  <a:moveTo>
                    <a:pt x="1852930" y="1852930"/>
                  </a:moveTo>
                  <a:lnTo>
                    <a:pt x="59690" y="1852930"/>
                  </a:lnTo>
                  <a:lnTo>
                    <a:pt x="59690" y="59690"/>
                  </a:lnTo>
                  <a:lnTo>
                    <a:pt x="1852930" y="59690"/>
                  </a:lnTo>
                  <a:lnTo>
                    <a:pt x="1852930" y="185293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7" name="Group 17"/>
          <p:cNvGrpSpPr/>
          <p:nvPr/>
        </p:nvGrpSpPr>
        <p:grpSpPr>
          <a:xfrm>
            <a:off x="1543050" y="6800029"/>
            <a:ext cx="200025" cy="200025"/>
            <a:chOff x="0" y="0"/>
            <a:chExt cx="1913890" cy="191389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913890" cy="1913890"/>
            </a:xfrm>
            <a:custGeom>
              <a:avLst/>
              <a:gdLst/>
              <a:ahLst/>
              <a:cxnLst/>
              <a:rect l="l" t="t" r="r" b="b"/>
              <a:pathLst>
                <a:path w="1913890" h="1913890">
                  <a:moveTo>
                    <a:pt x="0" y="0"/>
                  </a:moveTo>
                  <a:lnTo>
                    <a:pt x="0" y="1913890"/>
                  </a:lnTo>
                  <a:lnTo>
                    <a:pt x="1913890" y="1913890"/>
                  </a:lnTo>
                  <a:lnTo>
                    <a:pt x="1913890" y="0"/>
                  </a:lnTo>
                  <a:lnTo>
                    <a:pt x="0" y="0"/>
                  </a:lnTo>
                  <a:close/>
                  <a:moveTo>
                    <a:pt x="1852930" y="1852930"/>
                  </a:moveTo>
                  <a:lnTo>
                    <a:pt x="59690" y="1852930"/>
                  </a:lnTo>
                  <a:lnTo>
                    <a:pt x="59690" y="59690"/>
                  </a:lnTo>
                  <a:lnTo>
                    <a:pt x="1852930" y="59690"/>
                  </a:lnTo>
                  <a:lnTo>
                    <a:pt x="1852930" y="185293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9" name="Group 19"/>
          <p:cNvGrpSpPr/>
          <p:nvPr/>
        </p:nvGrpSpPr>
        <p:grpSpPr>
          <a:xfrm>
            <a:off x="1543050" y="7548058"/>
            <a:ext cx="200025" cy="200025"/>
            <a:chOff x="0" y="0"/>
            <a:chExt cx="1913890" cy="191389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913890" cy="1913890"/>
            </a:xfrm>
            <a:custGeom>
              <a:avLst/>
              <a:gdLst/>
              <a:ahLst/>
              <a:cxnLst/>
              <a:rect l="l" t="t" r="r" b="b"/>
              <a:pathLst>
                <a:path w="1913890" h="1913890">
                  <a:moveTo>
                    <a:pt x="0" y="0"/>
                  </a:moveTo>
                  <a:lnTo>
                    <a:pt x="0" y="1913890"/>
                  </a:lnTo>
                  <a:lnTo>
                    <a:pt x="1913890" y="1913890"/>
                  </a:lnTo>
                  <a:lnTo>
                    <a:pt x="1913890" y="0"/>
                  </a:lnTo>
                  <a:lnTo>
                    <a:pt x="0" y="0"/>
                  </a:lnTo>
                  <a:close/>
                  <a:moveTo>
                    <a:pt x="1852930" y="1852930"/>
                  </a:moveTo>
                  <a:lnTo>
                    <a:pt x="59690" y="1852930"/>
                  </a:lnTo>
                  <a:lnTo>
                    <a:pt x="59690" y="59690"/>
                  </a:lnTo>
                  <a:lnTo>
                    <a:pt x="1852930" y="59690"/>
                  </a:lnTo>
                  <a:lnTo>
                    <a:pt x="1852930" y="185293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21" name="Group 21"/>
          <p:cNvGrpSpPr/>
          <p:nvPr/>
        </p:nvGrpSpPr>
        <p:grpSpPr>
          <a:xfrm>
            <a:off x="1543050" y="8209965"/>
            <a:ext cx="200025" cy="200025"/>
            <a:chOff x="0" y="0"/>
            <a:chExt cx="1913890" cy="191389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913890" cy="1913890"/>
            </a:xfrm>
            <a:custGeom>
              <a:avLst/>
              <a:gdLst/>
              <a:ahLst/>
              <a:cxnLst/>
              <a:rect l="l" t="t" r="r" b="b"/>
              <a:pathLst>
                <a:path w="1913890" h="1913890">
                  <a:moveTo>
                    <a:pt x="0" y="0"/>
                  </a:moveTo>
                  <a:lnTo>
                    <a:pt x="0" y="1913890"/>
                  </a:lnTo>
                  <a:lnTo>
                    <a:pt x="1913890" y="1913890"/>
                  </a:lnTo>
                  <a:lnTo>
                    <a:pt x="1913890" y="0"/>
                  </a:lnTo>
                  <a:lnTo>
                    <a:pt x="0" y="0"/>
                  </a:lnTo>
                  <a:close/>
                  <a:moveTo>
                    <a:pt x="1852930" y="1852930"/>
                  </a:moveTo>
                  <a:lnTo>
                    <a:pt x="59690" y="1852930"/>
                  </a:lnTo>
                  <a:lnTo>
                    <a:pt x="59690" y="59690"/>
                  </a:lnTo>
                  <a:lnTo>
                    <a:pt x="1852930" y="59690"/>
                  </a:lnTo>
                  <a:lnTo>
                    <a:pt x="1852930" y="185293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3" name="Текстовое поле 22"/>
          <p:cNvSpPr txBox="1"/>
          <p:nvPr/>
        </p:nvSpPr>
        <p:spPr>
          <a:xfrm>
            <a:off x="7543800" y="4533900"/>
            <a:ext cx="2666365" cy="8534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ru-RU" altLang="en-US" sz="40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ЗАДАЧИ</a:t>
            </a:r>
            <a:endParaRPr lang="ru-RU" altLang="en-US" sz="40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AutoShape 2"/>
          <p:cNvSpPr/>
          <p:nvPr/>
        </p:nvSpPr>
        <p:spPr>
          <a:xfrm>
            <a:off x="0" y="1426845"/>
            <a:ext cx="18303240" cy="8912225"/>
          </a:xfrm>
          <a:prstGeom prst="rect">
            <a:avLst/>
          </a:prstGeom>
          <a:solidFill>
            <a:srgbClr val="45AD7E"/>
          </a:solidFill>
        </p:spPr>
      </p:sp>
      <p:grpSp>
        <p:nvGrpSpPr>
          <p:cNvPr id="7" name="Group 7"/>
          <p:cNvGrpSpPr/>
          <p:nvPr/>
        </p:nvGrpSpPr>
        <p:grpSpPr>
          <a:xfrm>
            <a:off x="10145768" y="164314"/>
            <a:ext cx="8142232" cy="484417"/>
            <a:chOff x="0" y="0"/>
            <a:chExt cx="9605948" cy="571500"/>
          </a:xfrm>
        </p:grpSpPr>
        <p:sp>
          <p:nvSpPr>
            <p:cNvPr id="8" name="Freeform 8"/>
            <p:cNvSpPr/>
            <p:nvPr/>
          </p:nvSpPr>
          <p:spPr>
            <a:xfrm>
              <a:off x="0" y="255270"/>
              <a:ext cx="9605948" cy="69850"/>
            </a:xfrm>
            <a:custGeom>
              <a:avLst/>
              <a:gdLst/>
              <a:ahLst/>
              <a:cxnLst/>
              <a:rect l="l" t="t" r="r" b="b"/>
              <a:pathLst>
                <a:path w="9605948" h="69850">
                  <a:moveTo>
                    <a:pt x="9315118" y="0"/>
                  </a:moveTo>
                  <a:lnTo>
                    <a:pt x="0" y="0"/>
                  </a:lnTo>
                  <a:lnTo>
                    <a:pt x="0" y="69850"/>
                  </a:lnTo>
                  <a:lnTo>
                    <a:pt x="9605948" y="69850"/>
                  </a:lnTo>
                  <a:lnTo>
                    <a:pt x="9605948" y="0"/>
                  </a:lnTo>
                  <a:close/>
                </a:path>
              </a:pathLst>
            </a:custGeom>
            <a:solidFill>
              <a:srgbClr val="EFF0F2"/>
            </a:solidFill>
          </p:spPr>
        </p:sp>
      </p:grpSp>
      <p:sp>
        <p:nvSpPr>
          <p:cNvPr id="14" name="TextBox 14"/>
          <p:cNvSpPr txBox="1"/>
          <p:nvPr/>
        </p:nvSpPr>
        <p:spPr>
          <a:xfrm>
            <a:off x="4867237" y="1936652"/>
            <a:ext cx="7232119" cy="538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200"/>
              </a:lnSpc>
            </a:pPr>
            <a:r>
              <a:rPr lang="en-US" sz="4200" spc="-84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ПРИВЛЕКАТЕЛЬНОСТЬ</a:t>
            </a:r>
            <a:endParaRPr lang="en-US" sz="4200" spc="-84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4883027" y="2451076"/>
            <a:ext cx="10525483" cy="1521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955"/>
              </a:lnSpc>
            </a:pPr>
            <a:r>
              <a:rPr lang="en-US" sz="2825" spc="56">
                <a:solidFill>
                  <a:srgbClr val="17242D"/>
                </a:solidFill>
                <a:latin typeface="Times New Roman" panose="02020603050405020304" charset="0"/>
                <a:cs typeface="Times New Roman" panose="02020603050405020304" charset="0"/>
              </a:rPr>
              <a:t>Хороший интерфейс должен быть привлекательным, чтобы доставлять пользователю удовольствие при работе с программным продуктом.</a:t>
            </a:r>
            <a:endParaRPr lang="en-US" sz="2825" spc="56">
              <a:solidFill>
                <a:srgbClr val="17242D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grpSp>
        <p:nvGrpSpPr>
          <p:cNvPr id="16" name="Group 16"/>
          <p:cNvGrpSpPr/>
          <p:nvPr/>
        </p:nvGrpSpPr>
        <p:grpSpPr>
          <a:xfrm>
            <a:off x="4867237" y="4529715"/>
            <a:ext cx="8890199" cy="1775067"/>
            <a:chOff x="0" y="66675"/>
            <a:chExt cx="11853599" cy="2366756"/>
          </a:xfrm>
        </p:grpSpPr>
        <p:sp>
          <p:nvSpPr>
            <p:cNvPr id="17" name="TextBox 17"/>
            <p:cNvSpPr txBox="1"/>
            <p:nvPr/>
          </p:nvSpPr>
          <p:spPr>
            <a:xfrm>
              <a:off x="0" y="66675"/>
              <a:ext cx="11853599" cy="71797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4200"/>
                </a:lnSpc>
              </a:pPr>
              <a:r>
                <a:rPr lang="en-US" sz="4200" spc="-84">
                  <a:solidFill>
                    <a:schemeClr val="bg1"/>
                  </a:solidFill>
                  <a:latin typeface="Times New Roman" panose="02020603050405020304" charset="0"/>
                  <a:cs typeface="Times New Roman" panose="02020603050405020304" charset="0"/>
                </a:rPr>
                <a:t>ЛАКОНИЧНОСТЬ И ПРОСТОТА</a:t>
              </a:r>
              <a:endParaRPr lang="en-US" sz="4200" spc="-84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997484"/>
              <a:ext cx="11853599" cy="143594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4200"/>
                </a:lnSpc>
              </a:pPr>
              <a:r>
                <a:rPr lang="en-US" sz="3000" spc="60">
                  <a:solidFill>
                    <a:srgbClr val="17242D"/>
                  </a:solidFill>
                  <a:latin typeface="Times New Roman" panose="02020603050405020304" charset="0"/>
                  <a:cs typeface="Times New Roman" panose="02020603050405020304" charset="0"/>
                </a:rPr>
                <a:t>Интерфейс не должен быть перегружен лишней информацией.</a:t>
              </a:r>
              <a:endParaRPr lang="en-US" sz="3000" spc="60">
                <a:solidFill>
                  <a:srgbClr val="17242D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4883027" y="6818372"/>
            <a:ext cx="9565679" cy="2852027"/>
            <a:chOff x="0" y="66675"/>
            <a:chExt cx="12754239" cy="3802703"/>
          </a:xfrm>
        </p:grpSpPr>
        <p:sp>
          <p:nvSpPr>
            <p:cNvPr id="20" name="TextBox 20"/>
            <p:cNvSpPr txBox="1"/>
            <p:nvPr/>
          </p:nvSpPr>
          <p:spPr>
            <a:xfrm>
              <a:off x="0" y="66675"/>
              <a:ext cx="12754239" cy="71797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4200"/>
                </a:lnSpc>
              </a:pPr>
              <a:r>
                <a:rPr lang="en-US" sz="4200" spc="-84">
                  <a:solidFill>
                    <a:schemeClr val="bg1"/>
                  </a:solidFill>
                  <a:latin typeface="Times New Roman" panose="02020603050405020304" charset="0"/>
                  <a:cs typeface="Times New Roman" panose="02020603050405020304" charset="0"/>
                </a:rPr>
                <a:t>СИСТЕМАТИЗАЦИЯ</a:t>
              </a:r>
              <a:endParaRPr lang="en-US" sz="4200" spc="-84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997484"/>
              <a:ext cx="12754239" cy="287189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4200"/>
                </a:lnSpc>
              </a:pPr>
              <a:r>
                <a:rPr lang="en-US" sz="3000" spc="60">
                  <a:solidFill>
                    <a:srgbClr val="17242D"/>
                  </a:solidFill>
                  <a:latin typeface="Times New Roman" panose="02020603050405020304" charset="0"/>
                  <a:cs typeface="Times New Roman" panose="02020603050405020304" charset="0"/>
                </a:rPr>
                <a:t>Упрощения и автоматизации операций, связанных с регистрацией, систематизаций, поиском и обработкой данных о с</a:t>
              </a:r>
              <a:r>
                <a:rPr lang="en-US" sz="3000" spc="59">
                  <a:solidFill>
                    <a:srgbClr val="17242D"/>
                  </a:solidFill>
                  <a:latin typeface="Times New Roman" panose="02020603050405020304" charset="0"/>
                  <a:cs typeface="Times New Roman" panose="02020603050405020304" charset="0"/>
                </a:rPr>
                <a:t>тудентах</a:t>
              </a:r>
              <a:endParaRPr lang="en-US" sz="3000" spc="59">
                <a:solidFill>
                  <a:srgbClr val="17242D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>
                <a:lnSpc>
                  <a:spcPts val="4200"/>
                </a:lnSpc>
              </a:pPr>
              <a:endParaRPr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sp>
        <p:nvSpPr>
          <p:cNvPr id="24" name="Текстовое поле 23"/>
          <p:cNvSpPr txBox="1"/>
          <p:nvPr/>
        </p:nvSpPr>
        <p:spPr>
          <a:xfrm>
            <a:off x="1621155" y="0"/>
            <a:ext cx="15070455" cy="14268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8000" spc="-16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Функциональные характеристики</a:t>
            </a:r>
            <a:endParaRPr lang="en-US" altLang="en-US" sz="8000" spc="-16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AutoShape 2"/>
          <p:cNvSpPr/>
          <p:nvPr/>
        </p:nvSpPr>
        <p:spPr>
          <a:xfrm>
            <a:off x="-76200" y="1409700"/>
            <a:ext cx="18303240" cy="8912225"/>
          </a:xfrm>
          <a:prstGeom prst="rect">
            <a:avLst/>
          </a:prstGeom>
          <a:solidFill>
            <a:srgbClr val="45AD7E"/>
          </a:solidFill>
        </p:spPr>
        <p:txBody>
          <a:bodyPr/>
          <a:p>
            <a:endParaRPr lang="ru-RU" altLang="en-US"/>
          </a:p>
        </p:txBody>
      </p:sp>
      <p:grpSp>
        <p:nvGrpSpPr>
          <p:cNvPr id="7" name="Group 7"/>
          <p:cNvGrpSpPr/>
          <p:nvPr/>
        </p:nvGrpSpPr>
        <p:grpSpPr>
          <a:xfrm>
            <a:off x="10145768" y="164314"/>
            <a:ext cx="8142232" cy="484417"/>
            <a:chOff x="0" y="0"/>
            <a:chExt cx="9605948" cy="571500"/>
          </a:xfrm>
        </p:grpSpPr>
        <p:sp>
          <p:nvSpPr>
            <p:cNvPr id="8" name="Freeform 8"/>
            <p:cNvSpPr/>
            <p:nvPr/>
          </p:nvSpPr>
          <p:spPr>
            <a:xfrm>
              <a:off x="0" y="255270"/>
              <a:ext cx="9605948" cy="69850"/>
            </a:xfrm>
            <a:custGeom>
              <a:avLst/>
              <a:gdLst/>
              <a:ahLst/>
              <a:cxnLst/>
              <a:rect l="l" t="t" r="r" b="b"/>
              <a:pathLst>
                <a:path w="9605948" h="69850">
                  <a:moveTo>
                    <a:pt x="9315118" y="0"/>
                  </a:moveTo>
                  <a:lnTo>
                    <a:pt x="0" y="0"/>
                  </a:lnTo>
                  <a:lnTo>
                    <a:pt x="0" y="69850"/>
                  </a:lnTo>
                  <a:lnTo>
                    <a:pt x="9605948" y="69850"/>
                  </a:lnTo>
                  <a:lnTo>
                    <a:pt x="9605948" y="0"/>
                  </a:lnTo>
                  <a:close/>
                </a:path>
              </a:pathLst>
            </a:custGeom>
            <a:solidFill>
              <a:srgbClr val="EFF0F2"/>
            </a:solidFill>
          </p:spPr>
        </p:sp>
      </p:grpSp>
      <p:pic>
        <p:nvPicPr>
          <p:cNvPr id="11" name="Picture 11"/>
          <p:cNvPicPr>
            <a:picLocks noChangeAspect="1"/>
          </p:cNvPicPr>
          <p:nvPr/>
        </p:nvPicPr>
        <p:blipFill>
          <a:blip r:embed="rId1" cstate="print"/>
          <a:srcRect/>
          <a:stretch>
            <a:fillRect/>
          </a:stretch>
        </p:blipFill>
        <p:spPr>
          <a:xfrm>
            <a:off x="2286519" y="2033727"/>
            <a:ext cx="2215496" cy="1904081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2406690" y="4479709"/>
            <a:ext cx="1975154" cy="1975154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4867237" y="1936652"/>
            <a:ext cx="7232119" cy="546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200"/>
              </a:lnSpc>
            </a:pPr>
            <a:r>
              <a:rPr lang="en-US" sz="4200" spc="-84" dirty="0">
                <a:solidFill>
                  <a:srgbClr val="1D7151"/>
                </a:solidFill>
                <a:latin typeface="HK Grotesk Medium"/>
              </a:rPr>
              <a:t>Navigation</a:t>
            </a:r>
            <a:endParaRPr lang="en-US" sz="4200" spc="-84" dirty="0">
              <a:solidFill>
                <a:srgbClr val="1D7151"/>
              </a:solidFill>
              <a:latin typeface="HK Grotesk Medium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4867237" y="4480185"/>
            <a:ext cx="8890199" cy="546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200"/>
              </a:lnSpc>
            </a:pPr>
            <a:r>
              <a:rPr lang="en-US" sz="4200" spc="-84" dirty="0">
                <a:solidFill>
                  <a:srgbClr val="1D7151"/>
                </a:solidFill>
                <a:latin typeface="HK Grotesk Medium"/>
              </a:rPr>
              <a:t>ROOM</a:t>
            </a:r>
            <a:endParaRPr lang="en-US" sz="4200" spc="-84" dirty="0">
              <a:solidFill>
                <a:srgbClr val="1D7151"/>
              </a:solidFill>
              <a:latin typeface="HK Grotesk Medium"/>
            </a:endParaRPr>
          </a:p>
        </p:txBody>
      </p:sp>
      <p:sp>
        <p:nvSpPr>
          <p:cNvPr id="15" name="Текстовое поле 14"/>
          <p:cNvSpPr txBox="1"/>
          <p:nvPr/>
        </p:nvSpPr>
        <p:spPr>
          <a:xfrm>
            <a:off x="3484880" y="113030"/>
            <a:ext cx="12858115" cy="14712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ru-RU" sz="8000" spc="-16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Используемые инструменты</a:t>
            </a:r>
            <a:endParaRPr lang="en-US" sz="8000" spc="-161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 sz="8000" spc="-161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6" name="AutoShape 2"/>
          <p:cNvSpPr/>
          <p:nvPr/>
        </p:nvSpPr>
        <p:spPr>
          <a:xfrm>
            <a:off x="1981200" y="6743700"/>
            <a:ext cx="2621915" cy="2065655"/>
          </a:xfrm>
          <a:prstGeom prst="rect">
            <a:avLst/>
          </a:prstGeom>
          <a:solidFill>
            <a:schemeClr val="bg1"/>
          </a:solidFill>
        </p:spPr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>
          <a:xfrm>
            <a:off x="2286523" y="7058475"/>
            <a:ext cx="1957682" cy="148231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-225425" y="635"/>
            <a:ext cx="18583275" cy="1901825"/>
            <a:chOff x="0" y="0"/>
            <a:chExt cx="1628775" cy="1628775"/>
          </a:xfrm>
        </p:grpSpPr>
        <p:sp>
          <p:nvSpPr>
            <p:cNvPr id="5" name="AutoShape 5"/>
            <p:cNvSpPr/>
            <p:nvPr/>
          </p:nvSpPr>
          <p:spPr>
            <a:xfrm>
              <a:off x="0" y="0"/>
              <a:ext cx="1628775" cy="1628775"/>
            </a:xfrm>
            <a:prstGeom prst="rect">
              <a:avLst/>
            </a:prstGeom>
            <a:solidFill>
              <a:srgbClr val="17242D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259216" y="398383"/>
              <a:ext cx="1110343" cy="9177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950"/>
                </a:lnSpc>
              </a:pPr>
            </a:p>
          </p:txBody>
        </p:sp>
      </p:grpSp>
      <p:sp>
        <p:nvSpPr>
          <p:cNvPr id="2" name="AutoShape 2"/>
          <p:cNvSpPr/>
          <p:nvPr/>
        </p:nvSpPr>
        <p:spPr>
          <a:xfrm>
            <a:off x="-78105" y="1887220"/>
            <a:ext cx="18366105" cy="8399780"/>
          </a:xfrm>
          <a:prstGeom prst="rect">
            <a:avLst/>
          </a:prstGeom>
          <a:solidFill>
            <a:srgbClr val="45AD7E"/>
          </a:solidFill>
        </p:spPr>
      </p:sp>
      <p:sp>
        <p:nvSpPr>
          <p:cNvPr id="3" name="TextBox 3"/>
          <p:cNvSpPr txBox="1"/>
          <p:nvPr/>
        </p:nvSpPr>
        <p:spPr>
          <a:xfrm>
            <a:off x="228600" y="495300"/>
            <a:ext cx="11777980" cy="131762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>
              <a:lnSpc>
                <a:spcPts val="6600"/>
              </a:lnSpc>
            </a:pPr>
            <a:r>
              <a:rPr lang="en-US" sz="8800" spc="-175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Главное окно</a:t>
            </a:r>
            <a:r>
              <a:rPr lang="ru-RU" altLang="en-US" sz="8800" spc="-175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sz="8800" spc="-175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программы</a:t>
            </a:r>
            <a:endParaRPr lang="en-US" sz="8800" spc="-175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661670" y="2962910"/>
            <a:ext cx="9487535" cy="84899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>
              <a:lnSpc>
                <a:spcPts val="4820"/>
              </a:lnSpc>
            </a:pPr>
            <a:r>
              <a:rPr lang="en-US" sz="7200" spc="1260">
                <a:solidFill>
                  <a:srgbClr val="17242D"/>
                </a:solidFill>
                <a:latin typeface="Times New Roman" panose="02020603050405020304" charset="0"/>
                <a:cs typeface="Times New Roman" panose="02020603050405020304" charset="0"/>
              </a:rPr>
              <a:t>включает в себя</a:t>
            </a:r>
            <a:r>
              <a:rPr lang="en-US" sz="7200" spc="1260">
                <a:solidFill>
                  <a:srgbClr val="17242D"/>
                </a:solidFill>
                <a:latin typeface="HK Grotesk Light Bold"/>
              </a:rPr>
              <a:t>:</a:t>
            </a:r>
            <a:r>
              <a:rPr lang="en-US" sz="3705" spc="1260">
                <a:solidFill>
                  <a:srgbClr val="17242D"/>
                </a:solidFill>
                <a:latin typeface="HK Grotesk Light Bold"/>
              </a:rPr>
              <a:t> </a:t>
            </a:r>
            <a:endParaRPr lang="en-US" sz="3705" spc="1260">
              <a:solidFill>
                <a:srgbClr val="17242D"/>
              </a:solidFill>
              <a:latin typeface="HK Grotesk Light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762000" y="4013200"/>
            <a:ext cx="8752840" cy="364426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>
              <a:lnSpc>
                <a:spcPts val="4480"/>
              </a:lnSpc>
            </a:pPr>
            <a:r>
              <a:rPr lang="ru-RU" altLang="en-US" sz="54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Вход в систему </a:t>
            </a:r>
            <a:endParaRPr lang="ru-RU" altLang="en-US" sz="54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ts val="4480"/>
              </a:lnSpc>
            </a:pPr>
            <a:r>
              <a:rPr lang="ru-RU" altLang="en-US" sz="54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ввод ланных для входа\ выбор роли</a:t>
            </a:r>
            <a:endParaRPr lang="ru-RU" altLang="en-US" sz="54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ts val="4480"/>
              </a:lnSpc>
            </a:pPr>
            <a:r>
              <a:rPr lang="ru-RU" altLang="en-US" sz="54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кнопка входа</a:t>
            </a:r>
            <a:endParaRPr lang="ru-RU" altLang="en-US" sz="54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18" name="Изображение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01550" y="-114300"/>
            <a:ext cx="4753610" cy="102311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1905" y="2101850"/>
            <a:ext cx="18281015" cy="8184515"/>
            <a:chOff x="0" y="0"/>
            <a:chExt cx="1628775" cy="1628775"/>
          </a:xfrm>
        </p:grpSpPr>
        <p:sp>
          <p:nvSpPr>
            <p:cNvPr id="5" name="AutoShape 5"/>
            <p:cNvSpPr/>
            <p:nvPr/>
          </p:nvSpPr>
          <p:spPr>
            <a:xfrm>
              <a:off x="0" y="0"/>
              <a:ext cx="1628775" cy="1628775"/>
            </a:xfrm>
            <a:prstGeom prst="rect">
              <a:avLst/>
            </a:prstGeom>
            <a:solidFill>
              <a:srgbClr val="17242D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259216" y="398383"/>
              <a:ext cx="1110343" cy="9177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950"/>
                </a:lnSpc>
              </a:pPr>
            </a:p>
          </p:txBody>
        </p:sp>
      </p:grpSp>
      <p:sp>
        <p:nvSpPr>
          <p:cNvPr id="2" name="AutoShape 2"/>
          <p:cNvSpPr/>
          <p:nvPr/>
        </p:nvSpPr>
        <p:spPr>
          <a:xfrm>
            <a:off x="635" y="-87630"/>
            <a:ext cx="18286730" cy="2279650"/>
          </a:xfrm>
          <a:prstGeom prst="rect">
            <a:avLst/>
          </a:prstGeom>
          <a:solidFill>
            <a:srgbClr val="45AD7E"/>
          </a:solidFill>
        </p:spPr>
      </p:sp>
      <p:sp>
        <p:nvSpPr>
          <p:cNvPr id="3" name="TextBox 3"/>
          <p:cNvSpPr txBox="1"/>
          <p:nvPr/>
        </p:nvSpPr>
        <p:spPr>
          <a:xfrm>
            <a:off x="469900" y="190500"/>
            <a:ext cx="11564620" cy="217360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>
              <a:lnSpc>
                <a:spcPts val="7700"/>
              </a:lnSpc>
            </a:pPr>
            <a:r>
              <a:rPr lang="ru-RU" altLang="en-US" sz="10265" spc="-205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Окно для поиска студентов </a:t>
            </a:r>
            <a:endParaRPr lang="ru-RU" altLang="en-US" sz="10265" spc="-205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661785" y="8457472"/>
            <a:ext cx="10372552" cy="10416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135"/>
              </a:lnSpc>
            </a:pPr>
            <a:r>
              <a:rPr lang="en-US" sz="3180">
                <a:solidFill>
                  <a:srgbClr val="17242D"/>
                </a:solidFill>
                <a:latin typeface="HK Grotesk Light Bold"/>
              </a:rPr>
              <a:t>Хранение и подсчет количества книг в базе </a:t>
            </a:r>
            <a:endParaRPr lang="en-US" sz="3180">
              <a:solidFill>
                <a:srgbClr val="17242D"/>
              </a:solidFill>
              <a:latin typeface="HK Grotesk Light Bold"/>
            </a:endParaRPr>
          </a:p>
          <a:p>
            <a:pPr>
              <a:lnSpc>
                <a:spcPts val="4135"/>
              </a:lnSpc>
            </a:pPr>
            <a:r>
              <a:rPr lang="en-US" sz="3180">
                <a:solidFill>
                  <a:srgbClr val="17242D"/>
                </a:solidFill>
                <a:latin typeface="HK Grotesk Light Bold"/>
              </a:rPr>
              <a:t>библиотеки</a:t>
            </a:r>
            <a:endParaRPr lang="en-US" sz="3180">
              <a:solidFill>
                <a:srgbClr val="17242D"/>
              </a:solidFill>
              <a:latin typeface="HK Grotesk Light Bold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661670" y="3533140"/>
            <a:ext cx="8736965" cy="461200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>
              <a:lnSpc>
                <a:spcPts val="4480"/>
              </a:lnSpc>
            </a:pPr>
            <a:r>
              <a:rPr lang="ru-RU" altLang="en-US" sz="54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поиск студента по ФИО и по группе</a:t>
            </a:r>
            <a:endParaRPr lang="ru-RU" altLang="en-US" sz="54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ts val="4480"/>
              </a:lnSpc>
            </a:pPr>
            <a:r>
              <a:rPr lang="ru-RU" altLang="en-US" sz="54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быстрая прокрутка всех студентов</a:t>
            </a:r>
            <a:endParaRPr lang="ru-RU" altLang="en-US" sz="54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ts val="4480"/>
              </a:lnSpc>
            </a:pPr>
            <a:r>
              <a:rPr lang="ru-RU" altLang="en-US" sz="54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кнопка переход на список студентов</a:t>
            </a:r>
            <a:endParaRPr lang="ru-RU" altLang="en-US" sz="54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ts val="4480"/>
              </a:lnSpc>
            </a:pPr>
            <a:r>
              <a:rPr lang="ru-RU" altLang="en-US" sz="54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кнопка переход на список преподавателей</a:t>
            </a:r>
            <a:endParaRPr lang="ru-RU" altLang="en-US" sz="54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17" name="Изображение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92000" y="-87630"/>
            <a:ext cx="4820285" cy="1038479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TextBox 16"/>
          <p:cNvSpPr txBox="1"/>
          <p:nvPr/>
        </p:nvSpPr>
        <p:spPr>
          <a:xfrm>
            <a:off x="661670" y="2962910"/>
            <a:ext cx="9487535" cy="84899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>
              <a:lnSpc>
                <a:spcPts val="4820"/>
              </a:lnSpc>
            </a:pPr>
            <a:r>
              <a:rPr lang="en-US" sz="7200" spc="126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включает в себя</a:t>
            </a:r>
            <a:r>
              <a:rPr lang="en-US" sz="7200" spc="1260">
                <a:solidFill>
                  <a:schemeClr val="bg1"/>
                </a:solidFill>
                <a:latin typeface="HK Grotesk Light Bold"/>
              </a:rPr>
              <a:t>:</a:t>
            </a:r>
            <a:r>
              <a:rPr lang="en-US" sz="3705" spc="1260">
                <a:solidFill>
                  <a:schemeClr val="bg1"/>
                </a:solidFill>
                <a:latin typeface="HK Grotesk Light Bold"/>
              </a:rPr>
              <a:t> </a:t>
            </a:r>
            <a:endParaRPr lang="en-US" sz="3705" spc="1260">
              <a:solidFill>
                <a:schemeClr val="bg1"/>
              </a:solidFill>
              <a:latin typeface="HK Grotesk Light Bol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-225425" y="635"/>
            <a:ext cx="18583275" cy="1901825"/>
            <a:chOff x="0" y="0"/>
            <a:chExt cx="1628775" cy="1628775"/>
          </a:xfrm>
        </p:grpSpPr>
        <p:sp>
          <p:nvSpPr>
            <p:cNvPr id="5" name="AutoShape 5"/>
            <p:cNvSpPr/>
            <p:nvPr/>
          </p:nvSpPr>
          <p:spPr>
            <a:xfrm>
              <a:off x="0" y="0"/>
              <a:ext cx="1628775" cy="1628775"/>
            </a:xfrm>
            <a:prstGeom prst="rect">
              <a:avLst/>
            </a:prstGeom>
            <a:solidFill>
              <a:srgbClr val="17242D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259216" y="398383"/>
              <a:ext cx="1110343" cy="9177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950"/>
                </a:lnSpc>
              </a:pPr>
            </a:p>
          </p:txBody>
        </p:sp>
      </p:grpSp>
      <p:sp>
        <p:nvSpPr>
          <p:cNvPr id="2" name="AutoShape 2"/>
          <p:cNvSpPr/>
          <p:nvPr/>
        </p:nvSpPr>
        <p:spPr>
          <a:xfrm>
            <a:off x="-78105" y="1887220"/>
            <a:ext cx="18366105" cy="8399780"/>
          </a:xfrm>
          <a:prstGeom prst="rect">
            <a:avLst/>
          </a:prstGeom>
          <a:solidFill>
            <a:srgbClr val="45AD7E"/>
          </a:solidFill>
        </p:spPr>
      </p:sp>
      <p:sp>
        <p:nvSpPr>
          <p:cNvPr id="3" name="TextBox 3"/>
          <p:cNvSpPr txBox="1"/>
          <p:nvPr/>
        </p:nvSpPr>
        <p:spPr>
          <a:xfrm>
            <a:off x="228600" y="495300"/>
            <a:ext cx="11777980" cy="131762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>
              <a:lnSpc>
                <a:spcPts val="6600"/>
              </a:lnSpc>
            </a:pPr>
            <a:r>
              <a:rPr lang="ru-RU" altLang="en-US" sz="8800" spc="-175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Окно список студентов</a:t>
            </a:r>
            <a:endParaRPr lang="ru-RU" altLang="en-US" sz="8800" spc="-175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661670" y="2962910"/>
            <a:ext cx="9487535" cy="84899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>
              <a:lnSpc>
                <a:spcPts val="4820"/>
              </a:lnSpc>
            </a:pPr>
            <a:r>
              <a:rPr lang="en-US" sz="7200" spc="1260">
                <a:solidFill>
                  <a:srgbClr val="17242D"/>
                </a:solidFill>
                <a:latin typeface="Times New Roman" panose="02020603050405020304" charset="0"/>
                <a:cs typeface="Times New Roman" panose="02020603050405020304" charset="0"/>
              </a:rPr>
              <a:t>включает в себя</a:t>
            </a:r>
            <a:r>
              <a:rPr lang="en-US" sz="7200" spc="1260">
                <a:solidFill>
                  <a:srgbClr val="17242D"/>
                </a:solidFill>
                <a:latin typeface="HK Grotesk Light Bold"/>
              </a:rPr>
              <a:t>:</a:t>
            </a:r>
            <a:r>
              <a:rPr lang="en-US" sz="3705" spc="1260">
                <a:solidFill>
                  <a:srgbClr val="17242D"/>
                </a:solidFill>
                <a:latin typeface="HK Grotesk Light Bold"/>
              </a:rPr>
              <a:t> </a:t>
            </a:r>
            <a:endParaRPr lang="en-US" sz="3705" spc="1260">
              <a:solidFill>
                <a:srgbClr val="17242D"/>
              </a:solidFill>
              <a:latin typeface="HK Grotesk Light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762000" y="4013200"/>
            <a:ext cx="8752840" cy="364426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>
              <a:lnSpc>
                <a:spcPts val="4480"/>
              </a:lnSpc>
            </a:pPr>
            <a:r>
              <a:rPr lang="ru-RU" altLang="en-US" sz="54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Просмотр всех студентов</a:t>
            </a:r>
            <a:endParaRPr lang="ru-RU" altLang="en-US" sz="54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ts val="4480"/>
              </a:lnSpc>
            </a:pPr>
            <a:r>
              <a:rPr lang="ru-RU" altLang="en-US" sz="54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удаление\редактирование студентов</a:t>
            </a:r>
            <a:endParaRPr lang="ru-RU" altLang="en-US" sz="54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ts val="4480"/>
              </a:lnSpc>
            </a:pPr>
            <a:r>
              <a:rPr lang="ru-RU" altLang="en-US" sz="54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кнопка добавления студентов</a:t>
            </a:r>
            <a:endParaRPr lang="ru-RU" altLang="en-US" sz="54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7" name="Изображение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20600" y="635"/>
            <a:ext cx="4832350" cy="102762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-225425" y="635"/>
            <a:ext cx="18583275" cy="1901825"/>
            <a:chOff x="0" y="0"/>
            <a:chExt cx="1628775" cy="1628775"/>
          </a:xfrm>
        </p:grpSpPr>
        <p:sp>
          <p:nvSpPr>
            <p:cNvPr id="5" name="AutoShape 5"/>
            <p:cNvSpPr/>
            <p:nvPr/>
          </p:nvSpPr>
          <p:spPr>
            <a:xfrm>
              <a:off x="0" y="0"/>
              <a:ext cx="1628775" cy="1628775"/>
            </a:xfrm>
            <a:prstGeom prst="rect">
              <a:avLst/>
            </a:prstGeom>
            <a:solidFill>
              <a:srgbClr val="17242D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259216" y="398383"/>
              <a:ext cx="1110343" cy="9177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950"/>
                </a:lnSpc>
              </a:pPr>
            </a:p>
          </p:txBody>
        </p:sp>
      </p:grpSp>
      <p:sp>
        <p:nvSpPr>
          <p:cNvPr id="2" name="AutoShape 2"/>
          <p:cNvSpPr/>
          <p:nvPr/>
        </p:nvSpPr>
        <p:spPr>
          <a:xfrm>
            <a:off x="-78105" y="1887220"/>
            <a:ext cx="18366105" cy="8399780"/>
          </a:xfrm>
          <a:prstGeom prst="rect">
            <a:avLst/>
          </a:prstGeom>
          <a:solidFill>
            <a:srgbClr val="45AD7E"/>
          </a:solidFill>
        </p:spPr>
      </p:sp>
      <p:sp>
        <p:nvSpPr>
          <p:cNvPr id="3" name="TextBox 3"/>
          <p:cNvSpPr txBox="1"/>
          <p:nvPr/>
        </p:nvSpPr>
        <p:spPr>
          <a:xfrm>
            <a:off x="228600" y="219710"/>
            <a:ext cx="11777980" cy="131762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>
              <a:lnSpc>
                <a:spcPts val="6600"/>
              </a:lnSpc>
            </a:pPr>
            <a:r>
              <a:rPr lang="ru-RU" altLang="en-US" sz="8800" spc="-175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Окно добавления студентов</a:t>
            </a:r>
            <a:endParaRPr lang="ru-RU" altLang="en-US" sz="8800" spc="-175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661670" y="2962910"/>
            <a:ext cx="9487535" cy="84899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>
              <a:lnSpc>
                <a:spcPts val="4820"/>
              </a:lnSpc>
            </a:pPr>
            <a:r>
              <a:rPr lang="en-US" sz="7200" spc="1260">
                <a:solidFill>
                  <a:srgbClr val="17242D"/>
                </a:solidFill>
                <a:latin typeface="Times New Roman" panose="02020603050405020304" charset="0"/>
                <a:cs typeface="Times New Roman" panose="02020603050405020304" charset="0"/>
              </a:rPr>
              <a:t>включает в себя</a:t>
            </a:r>
            <a:r>
              <a:rPr lang="en-US" sz="7200" spc="1260">
                <a:solidFill>
                  <a:srgbClr val="17242D"/>
                </a:solidFill>
                <a:latin typeface="HK Grotesk Light Bold"/>
              </a:rPr>
              <a:t>:</a:t>
            </a:r>
            <a:r>
              <a:rPr lang="en-US" sz="3705" spc="1260">
                <a:solidFill>
                  <a:srgbClr val="17242D"/>
                </a:solidFill>
                <a:latin typeface="HK Grotesk Light Bold"/>
              </a:rPr>
              <a:t> </a:t>
            </a:r>
            <a:endParaRPr lang="en-US" sz="3705" spc="1260">
              <a:solidFill>
                <a:srgbClr val="17242D"/>
              </a:solidFill>
              <a:latin typeface="HK Grotesk Light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762000" y="4013200"/>
            <a:ext cx="8752840" cy="364426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>
              <a:lnSpc>
                <a:spcPts val="4480"/>
              </a:lnSpc>
            </a:pPr>
            <a:r>
              <a:rPr lang="ru-RU" altLang="en-US" sz="54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поля ввода</a:t>
            </a:r>
            <a:endParaRPr lang="ru-RU" altLang="en-US" sz="54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ts val="4480"/>
              </a:lnSpc>
            </a:pPr>
            <a:r>
              <a:rPr lang="ru-RU" altLang="en-US" sz="54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кнопка сохранить нового студента и вместе с этим возвращение на прошлый экран</a:t>
            </a:r>
            <a:endParaRPr lang="ru-RU" altLang="en-US" sz="54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ts val="4480"/>
              </a:lnSpc>
            </a:pPr>
            <a:endParaRPr lang="ru-RU" altLang="en-US" sz="54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19" name="Изображение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20600" y="0"/>
            <a:ext cx="4826000" cy="103428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-225425" y="635"/>
            <a:ext cx="18583275" cy="1901825"/>
            <a:chOff x="0" y="0"/>
            <a:chExt cx="1628775" cy="1628775"/>
          </a:xfrm>
        </p:grpSpPr>
        <p:sp>
          <p:nvSpPr>
            <p:cNvPr id="5" name="AutoShape 5"/>
            <p:cNvSpPr/>
            <p:nvPr/>
          </p:nvSpPr>
          <p:spPr>
            <a:xfrm>
              <a:off x="0" y="0"/>
              <a:ext cx="1628775" cy="1628775"/>
            </a:xfrm>
            <a:prstGeom prst="rect">
              <a:avLst/>
            </a:prstGeom>
            <a:solidFill>
              <a:srgbClr val="17242D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259216" y="398383"/>
              <a:ext cx="1110343" cy="9177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950"/>
                </a:lnSpc>
              </a:pPr>
            </a:p>
          </p:txBody>
        </p:sp>
      </p:grpSp>
      <p:sp>
        <p:nvSpPr>
          <p:cNvPr id="2" name="AutoShape 2"/>
          <p:cNvSpPr/>
          <p:nvPr/>
        </p:nvSpPr>
        <p:spPr>
          <a:xfrm>
            <a:off x="-78105" y="1887220"/>
            <a:ext cx="18366105" cy="8399780"/>
          </a:xfrm>
          <a:prstGeom prst="rect">
            <a:avLst/>
          </a:prstGeom>
          <a:solidFill>
            <a:srgbClr val="45AD7E"/>
          </a:solidFill>
        </p:spPr>
      </p:sp>
      <p:sp>
        <p:nvSpPr>
          <p:cNvPr id="3" name="TextBox 3"/>
          <p:cNvSpPr txBox="1"/>
          <p:nvPr/>
        </p:nvSpPr>
        <p:spPr>
          <a:xfrm>
            <a:off x="228600" y="266700"/>
            <a:ext cx="12456160" cy="131762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>
              <a:lnSpc>
                <a:spcPts val="6600"/>
              </a:lnSpc>
            </a:pPr>
            <a:r>
              <a:rPr lang="ru-RU" altLang="en-US" sz="8800" spc="-175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Окно список преподавателей</a:t>
            </a:r>
            <a:endParaRPr lang="ru-RU" altLang="en-US" sz="8800" spc="-175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661670" y="2962910"/>
            <a:ext cx="9487535" cy="84899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>
              <a:lnSpc>
                <a:spcPts val="4820"/>
              </a:lnSpc>
            </a:pPr>
            <a:r>
              <a:rPr lang="en-US" sz="7200" spc="1260">
                <a:solidFill>
                  <a:srgbClr val="17242D"/>
                </a:solidFill>
                <a:latin typeface="Times New Roman" panose="02020603050405020304" charset="0"/>
                <a:cs typeface="Times New Roman" panose="02020603050405020304" charset="0"/>
              </a:rPr>
              <a:t>включает в себя</a:t>
            </a:r>
            <a:r>
              <a:rPr lang="en-US" sz="7200" spc="1260">
                <a:solidFill>
                  <a:srgbClr val="17242D"/>
                </a:solidFill>
                <a:latin typeface="HK Grotesk Light Bold"/>
              </a:rPr>
              <a:t>:</a:t>
            </a:r>
            <a:r>
              <a:rPr lang="en-US" sz="3705" spc="1260">
                <a:solidFill>
                  <a:srgbClr val="17242D"/>
                </a:solidFill>
                <a:latin typeface="HK Grotesk Light Bold"/>
              </a:rPr>
              <a:t> </a:t>
            </a:r>
            <a:endParaRPr lang="en-US" sz="3705" spc="1260">
              <a:solidFill>
                <a:srgbClr val="17242D"/>
              </a:solidFill>
              <a:latin typeface="HK Grotesk Light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762000" y="4013200"/>
            <a:ext cx="8752840" cy="364426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>
              <a:lnSpc>
                <a:spcPts val="4480"/>
              </a:lnSpc>
            </a:pPr>
            <a:r>
              <a:rPr lang="ru-RU" altLang="en-US" sz="54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Просмотр всех преподавателей</a:t>
            </a:r>
            <a:endParaRPr lang="ru-RU" altLang="en-US" sz="54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>
              <a:lnSpc>
                <a:spcPts val="4480"/>
              </a:lnSpc>
            </a:pPr>
            <a:r>
              <a:rPr lang="ru-RU" altLang="en-US" sz="54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удаление\редактирование </a:t>
            </a:r>
            <a:r>
              <a:rPr lang="ru-RU" altLang="en-US" sz="54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преподавателей</a:t>
            </a:r>
            <a:endParaRPr lang="ru-RU" altLang="en-US" sz="54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ts val="4480"/>
              </a:lnSpc>
            </a:pPr>
            <a:r>
              <a:rPr lang="ru-RU" altLang="en-US" sz="54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кнопка добавления </a:t>
            </a:r>
            <a:r>
              <a:rPr lang="ru-RU" altLang="en-US" sz="54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преподавателей</a:t>
            </a:r>
            <a:endParaRPr lang="ru-RU" altLang="en-US" sz="54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20" name="Изображение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20600" y="38100"/>
            <a:ext cx="4775835" cy="102323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-225425" y="635"/>
            <a:ext cx="18583275" cy="1901825"/>
            <a:chOff x="0" y="0"/>
            <a:chExt cx="1628775" cy="1628775"/>
          </a:xfrm>
        </p:grpSpPr>
        <p:sp>
          <p:nvSpPr>
            <p:cNvPr id="5" name="AutoShape 5"/>
            <p:cNvSpPr/>
            <p:nvPr/>
          </p:nvSpPr>
          <p:spPr>
            <a:xfrm>
              <a:off x="0" y="0"/>
              <a:ext cx="1628775" cy="1628775"/>
            </a:xfrm>
            <a:prstGeom prst="rect">
              <a:avLst/>
            </a:prstGeom>
            <a:solidFill>
              <a:srgbClr val="17242D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259216" y="398383"/>
              <a:ext cx="1110343" cy="9177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950"/>
                </a:lnSpc>
              </a:pPr>
            </a:p>
          </p:txBody>
        </p:sp>
      </p:grpSp>
      <p:sp>
        <p:nvSpPr>
          <p:cNvPr id="2" name="AutoShape 2"/>
          <p:cNvSpPr/>
          <p:nvPr/>
        </p:nvSpPr>
        <p:spPr>
          <a:xfrm>
            <a:off x="-78105" y="1887220"/>
            <a:ext cx="18366105" cy="8399780"/>
          </a:xfrm>
          <a:prstGeom prst="rect">
            <a:avLst/>
          </a:prstGeom>
          <a:solidFill>
            <a:srgbClr val="45AD7E"/>
          </a:solidFill>
        </p:spPr>
      </p:sp>
      <p:sp>
        <p:nvSpPr>
          <p:cNvPr id="3" name="TextBox 3"/>
          <p:cNvSpPr txBox="1"/>
          <p:nvPr/>
        </p:nvSpPr>
        <p:spPr>
          <a:xfrm>
            <a:off x="228600" y="495300"/>
            <a:ext cx="11777980" cy="131762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>
              <a:lnSpc>
                <a:spcPts val="6600"/>
              </a:lnSpc>
            </a:pPr>
            <a:r>
              <a:rPr lang="ru-RU" altLang="en-US" sz="8800" spc="-175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Окно добавление преподавателя</a:t>
            </a:r>
            <a:endParaRPr lang="en-US" sz="8800" spc="-175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661670" y="2962910"/>
            <a:ext cx="9487535" cy="84899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>
              <a:lnSpc>
                <a:spcPts val="4820"/>
              </a:lnSpc>
            </a:pPr>
            <a:r>
              <a:rPr lang="en-US" sz="7200" spc="1260">
                <a:solidFill>
                  <a:srgbClr val="17242D"/>
                </a:solidFill>
                <a:latin typeface="Times New Roman" panose="02020603050405020304" charset="0"/>
                <a:cs typeface="Times New Roman" panose="02020603050405020304" charset="0"/>
              </a:rPr>
              <a:t>включает в себя</a:t>
            </a:r>
            <a:r>
              <a:rPr lang="en-US" sz="7200" spc="1260">
                <a:solidFill>
                  <a:srgbClr val="17242D"/>
                </a:solidFill>
                <a:latin typeface="HK Grotesk Light Bold"/>
              </a:rPr>
              <a:t>:</a:t>
            </a:r>
            <a:r>
              <a:rPr lang="en-US" sz="3705" spc="1260">
                <a:solidFill>
                  <a:srgbClr val="17242D"/>
                </a:solidFill>
                <a:latin typeface="HK Grotesk Light Bold"/>
              </a:rPr>
              <a:t> </a:t>
            </a:r>
            <a:endParaRPr lang="en-US" sz="3705" spc="1260">
              <a:solidFill>
                <a:srgbClr val="17242D"/>
              </a:solidFill>
              <a:latin typeface="HK Grotesk Light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762000" y="4013200"/>
            <a:ext cx="8752840" cy="364426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>
              <a:lnSpc>
                <a:spcPts val="4480"/>
              </a:lnSpc>
            </a:pPr>
            <a:r>
              <a:rPr lang="ru-RU" altLang="en-US" sz="54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поля ввода</a:t>
            </a:r>
            <a:endParaRPr lang="ru-RU" altLang="en-US" sz="54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ts val="4480"/>
              </a:lnSpc>
            </a:pPr>
            <a:r>
              <a:rPr lang="ru-RU" altLang="en-US" sz="54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кнопка сохранить нового преподавателя и вместе с этим возвращение на прошлый экран</a:t>
            </a:r>
            <a:endParaRPr lang="ru-RU" altLang="en-US" sz="54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21" name="Изображение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49200" y="38100"/>
            <a:ext cx="4803775" cy="102342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31115" y="-58420"/>
            <a:ext cx="18319115" cy="10345420"/>
          </a:xfrm>
          <a:prstGeom prst="rect">
            <a:avLst/>
          </a:prstGeom>
          <a:solidFill>
            <a:srgbClr val="45AD7E"/>
          </a:solidFill>
        </p:spPr>
      </p:sp>
      <p:pic>
        <p:nvPicPr>
          <p:cNvPr id="3" name="Picture 3"/>
          <p:cNvPicPr>
            <a:picLocks noChangeAspect="1"/>
          </p:cNvPicPr>
          <p:nvPr/>
        </p:nvPicPr>
        <p:blipFill>
          <a:blip r:embed="rId1" cstate="print"/>
          <a:srcRect/>
          <a:stretch>
            <a:fillRect/>
          </a:stretch>
        </p:blipFill>
        <p:spPr>
          <a:xfrm>
            <a:off x="9935845" y="5524500"/>
            <a:ext cx="8352155" cy="4719320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779145" y="800100"/>
            <a:ext cx="9156700" cy="8858885"/>
            <a:chOff x="0" y="0"/>
            <a:chExt cx="4988796" cy="463204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988795" cy="4632041"/>
            </a:xfrm>
            <a:custGeom>
              <a:avLst/>
              <a:gdLst/>
              <a:ahLst/>
              <a:cxnLst/>
              <a:rect l="l" t="t" r="r" b="b"/>
              <a:pathLst>
                <a:path w="4988795" h="4632041">
                  <a:moveTo>
                    <a:pt x="4864335" y="4632041"/>
                  </a:moveTo>
                  <a:lnTo>
                    <a:pt x="124460" y="4632041"/>
                  </a:lnTo>
                  <a:cubicBezTo>
                    <a:pt x="55880" y="4632041"/>
                    <a:pt x="0" y="4576161"/>
                    <a:pt x="0" y="4507581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4864336" y="0"/>
                  </a:lnTo>
                  <a:cubicBezTo>
                    <a:pt x="4932916" y="0"/>
                    <a:pt x="4988795" y="55880"/>
                    <a:pt x="4988795" y="124460"/>
                  </a:cubicBezTo>
                  <a:lnTo>
                    <a:pt x="4988795" y="4507581"/>
                  </a:lnTo>
                  <a:cubicBezTo>
                    <a:pt x="4988795" y="4576161"/>
                    <a:pt x="4932916" y="4632041"/>
                    <a:pt x="4864336" y="4632041"/>
                  </a:cubicBezTo>
                  <a:close/>
                </a:path>
              </a:pathLst>
            </a:custGeom>
            <a:solidFill>
              <a:srgbClr val="17242D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862746" y="1665316"/>
            <a:ext cx="8281254" cy="1420784"/>
            <a:chOff x="0" y="0"/>
            <a:chExt cx="6673555" cy="114495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673555" cy="1144957"/>
            </a:xfrm>
            <a:custGeom>
              <a:avLst/>
              <a:gdLst/>
              <a:ahLst/>
              <a:cxnLst/>
              <a:rect l="l" t="t" r="r" b="b"/>
              <a:pathLst>
                <a:path w="6673555" h="1144957">
                  <a:moveTo>
                    <a:pt x="6549095" y="1144957"/>
                  </a:moveTo>
                  <a:lnTo>
                    <a:pt x="124460" y="1144957"/>
                  </a:lnTo>
                  <a:cubicBezTo>
                    <a:pt x="55880" y="1144957"/>
                    <a:pt x="0" y="1089077"/>
                    <a:pt x="0" y="1020497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6549095" y="0"/>
                  </a:lnTo>
                  <a:cubicBezTo>
                    <a:pt x="6617674" y="0"/>
                    <a:pt x="6673555" y="55880"/>
                    <a:pt x="6673555" y="124460"/>
                  </a:cubicBezTo>
                  <a:lnTo>
                    <a:pt x="6673555" y="1020497"/>
                  </a:lnTo>
                  <a:cubicBezTo>
                    <a:pt x="6673555" y="1089077"/>
                    <a:pt x="6617674" y="1144957"/>
                    <a:pt x="6549095" y="114495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pic>
        <p:nvPicPr>
          <p:cNvPr id="11" name="Picture 11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8248511" y="1662275"/>
            <a:ext cx="1423825" cy="1423825"/>
          </a:xfrm>
          <a:prstGeom prst="rect">
            <a:avLst/>
          </a:prstGeom>
        </p:spPr>
      </p:pic>
      <p:grpSp>
        <p:nvGrpSpPr>
          <p:cNvPr id="13" name="Group 13"/>
          <p:cNvGrpSpPr/>
          <p:nvPr/>
        </p:nvGrpSpPr>
        <p:grpSpPr>
          <a:xfrm>
            <a:off x="862746" y="3909898"/>
            <a:ext cx="8281254" cy="1420784"/>
            <a:chOff x="0" y="0"/>
            <a:chExt cx="6673555" cy="1144957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6673555" cy="1144957"/>
            </a:xfrm>
            <a:custGeom>
              <a:avLst/>
              <a:gdLst/>
              <a:ahLst/>
              <a:cxnLst/>
              <a:rect l="l" t="t" r="r" b="b"/>
              <a:pathLst>
                <a:path w="6673555" h="1144957">
                  <a:moveTo>
                    <a:pt x="6549095" y="1144957"/>
                  </a:moveTo>
                  <a:lnTo>
                    <a:pt x="124460" y="1144957"/>
                  </a:lnTo>
                  <a:cubicBezTo>
                    <a:pt x="55880" y="1144957"/>
                    <a:pt x="0" y="1089077"/>
                    <a:pt x="0" y="1020497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6549095" y="0"/>
                  </a:lnTo>
                  <a:cubicBezTo>
                    <a:pt x="6617674" y="0"/>
                    <a:pt x="6673555" y="55880"/>
                    <a:pt x="6673555" y="124460"/>
                  </a:cubicBezTo>
                  <a:lnTo>
                    <a:pt x="6673555" y="1020497"/>
                  </a:lnTo>
                  <a:cubicBezTo>
                    <a:pt x="6673555" y="1089077"/>
                    <a:pt x="6617674" y="1144957"/>
                    <a:pt x="6549095" y="114495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15" name="TextBox 15"/>
          <p:cNvSpPr txBox="1"/>
          <p:nvPr/>
        </p:nvSpPr>
        <p:spPr>
          <a:xfrm>
            <a:off x="1200947" y="4156067"/>
            <a:ext cx="7604852" cy="996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885"/>
              </a:lnSpc>
            </a:pPr>
            <a:r>
              <a:rPr lang="en-US" sz="3925" dirty="0" err="1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Расширение</a:t>
            </a:r>
            <a:r>
              <a:rPr lang="en-US" sz="3925" dirty="0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sz="3925" dirty="0" err="1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функционала</a:t>
            </a:r>
            <a:r>
              <a:rPr lang="en-US" sz="3925" dirty="0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sz="3925" dirty="0" err="1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настройки</a:t>
            </a:r>
            <a:r>
              <a:rPr lang="en-US" sz="3925" dirty="0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sz="3925" dirty="0" err="1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интерфейса</a:t>
            </a:r>
            <a:r>
              <a:rPr lang="en-US" sz="3925" dirty="0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endParaRPr lang="en-US" sz="3925" dirty="0">
              <a:solidFill>
                <a:srgbClr val="00000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8257493" y="3909898"/>
            <a:ext cx="1423825" cy="1423825"/>
          </a:xfrm>
          <a:prstGeom prst="rect">
            <a:avLst/>
          </a:prstGeom>
        </p:spPr>
      </p:pic>
      <p:grpSp>
        <p:nvGrpSpPr>
          <p:cNvPr id="17" name="Group 17"/>
          <p:cNvGrpSpPr/>
          <p:nvPr/>
        </p:nvGrpSpPr>
        <p:grpSpPr>
          <a:xfrm>
            <a:off x="914400" y="6134100"/>
            <a:ext cx="8281254" cy="1420784"/>
            <a:chOff x="0" y="0"/>
            <a:chExt cx="6673555" cy="1144957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6673555" cy="1144957"/>
            </a:xfrm>
            <a:custGeom>
              <a:avLst/>
              <a:gdLst/>
              <a:ahLst/>
              <a:cxnLst/>
              <a:rect l="l" t="t" r="r" b="b"/>
              <a:pathLst>
                <a:path w="6673555" h="1144957">
                  <a:moveTo>
                    <a:pt x="6549095" y="1144957"/>
                  </a:moveTo>
                  <a:lnTo>
                    <a:pt x="124460" y="1144957"/>
                  </a:lnTo>
                  <a:cubicBezTo>
                    <a:pt x="55880" y="1144957"/>
                    <a:pt x="0" y="1089077"/>
                    <a:pt x="0" y="1020497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6549095" y="0"/>
                  </a:lnTo>
                  <a:cubicBezTo>
                    <a:pt x="6617674" y="0"/>
                    <a:pt x="6673555" y="55880"/>
                    <a:pt x="6673555" y="124460"/>
                  </a:cubicBezTo>
                  <a:lnTo>
                    <a:pt x="6673555" y="1020497"/>
                  </a:lnTo>
                  <a:cubicBezTo>
                    <a:pt x="6673555" y="1089077"/>
                    <a:pt x="6617674" y="1144957"/>
                    <a:pt x="6549095" y="114495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pic>
        <p:nvPicPr>
          <p:cNvPr id="19" name="Picture 19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8248511" y="6143702"/>
            <a:ext cx="1423825" cy="1423825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>
          <a:xfrm>
            <a:off x="8544574" y="1871282"/>
            <a:ext cx="849663" cy="906307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4" cstate="print"/>
          <a:srcRect/>
          <a:stretch>
            <a:fillRect/>
          </a:stretch>
        </p:blipFill>
        <p:spPr>
          <a:xfrm>
            <a:off x="8472885" y="4183435"/>
            <a:ext cx="993040" cy="853456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5" cstate="print"/>
          <a:srcRect/>
          <a:stretch>
            <a:fillRect/>
          </a:stretch>
        </p:blipFill>
        <p:spPr>
          <a:xfrm>
            <a:off x="8431707" y="6453760"/>
            <a:ext cx="1057433" cy="800667"/>
          </a:xfrm>
          <a:prstGeom prst="rect">
            <a:avLst/>
          </a:prstGeom>
        </p:spPr>
      </p:pic>
      <p:sp>
        <p:nvSpPr>
          <p:cNvPr id="23" name="TextBox 23"/>
          <p:cNvSpPr txBox="1"/>
          <p:nvPr/>
        </p:nvSpPr>
        <p:spPr>
          <a:xfrm>
            <a:off x="10134666" y="876441"/>
            <a:ext cx="7926131" cy="2023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90"/>
              </a:lnSpc>
            </a:pPr>
            <a:r>
              <a:rPr lang="en-US" sz="8800">
                <a:solidFill>
                  <a:srgbClr val="FFFFFF"/>
                </a:solidFill>
                <a:latin typeface="Times New Roman" panose="02020603050405020304" charset="0"/>
                <a:cs typeface="Times New Roman" panose="02020603050405020304" charset="0"/>
              </a:rPr>
              <a:t>Перспективы разработки</a:t>
            </a:r>
            <a:endParaRPr lang="en-US" sz="8800">
              <a:solidFill>
                <a:srgbClr val="FFFFFF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1219200" y="1638300"/>
            <a:ext cx="7604852" cy="1494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885"/>
              </a:lnSpc>
            </a:pPr>
            <a:r>
              <a:rPr lang="en-US" sz="3925" dirty="0" err="1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Добавление</a:t>
            </a:r>
            <a:r>
              <a:rPr lang="en-US" sz="3925" dirty="0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sz="3925" dirty="0" err="1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большего</a:t>
            </a:r>
            <a:r>
              <a:rPr lang="en-US" sz="3925" dirty="0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sz="3925" dirty="0" err="1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функционала</a:t>
            </a:r>
            <a:r>
              <a:rPr lang="ru-RU" sz="3925" dirty="0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, синхронизация через интернет</a:t>
            </a:r>
            <a:endParaRPr lang="en-US" sz="3925" dirty="0">
              <a:solidFill>
                <a:srgbClr val="00000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1143000" y="6210300"/>
            <a:ext cx="7604852" cy="996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885"/>
              </a:lnSpc>
            </a:pPr>
            <a:r>
              <a:rPr lang="en-US" sz="3925" dirty="0" err="1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Оптимизация</a:t>
            </a:r>
            <a:r>
              <a:rPr lang="en-US" sz="3925" dirty="0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sz="3925" dirty="0" err="1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кода</a:t>
            </a:r>
            <a:r>
              <a:rPr lang="ru-RU" sz="3925" dirty="0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, редактирование базы данных</a:t>
            </a:r>
            <a:endParaRPr lang="ru-RU" sz="3925" dirty="0">
              <a:solidFill>
                <a:srgbClr val="00000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7DB6EF"/>
      </a:accent1>
      <a:accent2>
        <a:srgbClr val="C0504D"/>
      </a:accent2>
      <a:accent3>
        <a:srgbClr val="FFFFFF"/>
      </a:accent3>
      <a:accent4>
        <a:srgbClr val="000000"/>
      </a:accent4>
      <a:accent5>
        <a:srgbClr val="C0D7F5"/>
      </a:accent5>
      <a:accent6>
        <a:srgbClr val="AC4744"/>
      </a:accent6>
      <a:hlink>
        <a:srgbClr val="0066CC"/>
      </a:hlink>
      <a:folHlink>
        <a:srgbClr val="800080"/>
      </a:folHlink>
    </a:clrScheme>
    <a:fontScheme name="">
      <a:majorFont>
        <a:latin typeface="Arial"/>
        <a:ea typeface="Arial"/>
        <a:cs typeface=""/>
      </a:majorFont>
      <a:minorFont>
        <a:latin typeface="Arial"/>
        <a:ea typeface="Ari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7DB6EF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C0D7F5"/>
        </a:accent5>
        <a:accent6>
          <a:srgbClr val="AC4744"/>
        </a:accent6>
        <a:hlink>
          <a:srgbClr val="0066CC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2151</Words>
  <Application>WPS Presentation</Application>
  <PresentationFormat>Произвольный</PresentationFormat>
  <Paragraphs>108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46" baseType="lpstr">
      <vt:lpstr>Arial</vt:lpstr>
      <vt:lpstr>SimSun</vt:lpstr>
      <vt:lpstr>Wingdings</vt:lpstr>
      <vt:lpstr>Alegreya Sans SC Black</vt:lpstr>
      <vt:lpstr>Alegreya Sans SC Bold</vt:lpstr>
      <vt:lpstr>Alegreya Sans SC Bold Bold</vt:lpstr>
      <vt:lpstr>Trocchi</vt:lpstr>
      <vt:lpstr>HK Grotesk Bold</vt:lpstr>
      <vt:lpstr>Segoe Print</vt:lpstr>
      <vt:lpstr>Arimo</vt:lpstr>
      <vt:lpstr>Arimo Bold</vt:lpstr>
      <vt:lpstr>HK Grotesk Light Bold</vt:lpstr>
      <vt:lpstr>20db Bold</vt:lpstr>
      <vt:lpstr>HK Grotesk Medium Bold</vt:lpstr>
      <vt:lpstr>HK Grotesk Medium</vt:lpstr>
      <vt:lpstr>HK Grotesk Light</vt:lpstr>
      <vt:lpstr>Arial</vt:lpstr>
      <vt:lpstr>Calibri</vt:lpstr>
      <vt:lpstr>Microsoft YaHei</vt:lpstr>
      <vt:lpstr>Arial Unicode MS</vt:lpstr>
      <vt:lpstr>Bahnschrift Light Condensed</vt:lpstr>
      <vt:lpstr>Bahnschrift SemiCondensed</vt:lpstr>
      <vt:lpstr>Candara</vt:lpstr>
      <vt:lpstr>Cascadia Code</vt:lpstr>
      <vt:lpstr>Cascadia Mono SemiBold</vt:lpstr>
      <vt:lpstr>Franklin Gothic Medium</vt:lpstr>
      <vt:lpstr>Malgun Gothic Semilight</vt:lpstr>
      <vt:lpstr>Microsoft JhengHei</vt:lpstr>
      <vt:lpstr>Microsoft YaHei UI</vt:lpstr>
      <vt:lpstr>Microsoft YaHei Light</vt:lpstr>
      <vt:lpstr>Microsoft YaHei UI Light</vt:lpstr>
      <vt:lpstr>NSimSun</vt:lpstr>
      <vt:lpstr>Times New Roman</vt:lpstr>
      <vt:lpstr>Default Design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Orange Frosted Music Brand Guidelines Presentation</dc:title>
  <dc:creator>pr305a01</dc:creator>
  <cp:lastModifiedBy>1</cp:lastModifiedBy>
  <cp:revision>7</cp:revision>
  <dcterms:created xsi:type="dcterms:W3CDTF">2006-08-16T00:00:00Z</dcterms:created>
  <dcterms:modified xsi:type="dcterms:W3CDTF">2026-02-16T05:07:48Z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46B42B2181DF4EFF9339AB7BF21FDC05_13</vt:lpwstr>
  </property>
  <property fmtid="{D5CDD505-2E9C-101B-9397-08002B2CF9AE}" pid="3" name="KSOProductBuildVer">
    <vt:lpwstr>1049-12.2.0.23196</vt:lpwstr>
  </property>
</Properties>
</file>